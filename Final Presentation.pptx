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27" r:id="rId1"/>
  </p:sldMasterIdLst>
  <p:notesMasterIdLst>
    <p:notesMasterId r:id="rId10"/>
  </p:notesMasterIdLst>
  <p:sldIdLst>
    <p:sldId id="256" r:id="rId2"/>
    <p:sldId id="258" r:id="rId3"/>
    <p:sldId id="259" r:id="rId4"/>
    <p:sldId id="260" r:id="rId5"/>
    <p:sldId id="261" r:id="rId6"/>
    <p:sldId id="262" r:id="rId7"/>
    <p:sldId id="263" r:id="rId8"/>
    <p:sldId id="264"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07CE3B0-EE15-440C-B282-9D6EF3A8DAD8}" v="47" dt="2025-04-29T03:16:53.14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6"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5" Type="http://schemas.microsoft.com/office/2016/11/relationships/changesInfo" Target="changesInfos/changesInfo1.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yoshna Narapareddy" userId="3ed403cb54168935" providerId="LiveId" clId="{F07CE3B0-EE15-440C-B282-9D6EF3A8DAD8}"/>
    <pc:docChg chg="undo custSel addSld delSld modSld sldOrd addMainMaster delMainMaster">
      <pc:chgData name="Jyoshna Narapareddy" userId="3ed403cb54168935" providerId="LiveId" clId="{F07CE3B0-EE15-440C-B282-9D6EF3A8DAD8}" dt="2025-04-29T13:16:42.473" v="1973" actId="20577"/>
      <pc:docMkLst>
        <pc:docMk/>
      </pc:docMkLst>
      <pc:sldChg chg="addSp delSp modSp new mod setBg modClrScheme chgLayout">
        <pc:chgData name="Jyoshna Narapareddy" userId="3ed403cb54168935" providerId="LiveId" clId="{F07CE3B0-EE15-440C-B282-9D6EF3A8DAD8}" dt="2025-04-29T13:16:42.473" v="1973" actId="20577"/>
        <pc:sldMkLst>
          <pc:docMk/>
          <pc:sldMk cId="3981953918" sldId="256"/>
        </pc:sldMkLst>
        <pc:spChg chg="mod">
          <ac:chgData name="Jyoshna Narapareddy" userId="3ed403cb54168935" providerId="LiveId" clId="{F07CE3B0-EE15-440C-B282-9D6EF3A8DAD8}" dt="2025-04-29T02:03:54.721" v="693" actId="255"/>
          <ac:spMkLst>
            <pc:docMk/>
            <pc:sldMk cId="3981953918" sldId="256"/>
            <ac:spMk id="2" creationId="{336D9EAD-C742-B072-6498-76BCB0E0E170}"/>
          </ac:spMkLst>
        </pc:spChg>
        <pc:spChg chg="mod">
          <ac:chgData name="Jyoshna Narapareddy" userId="3ed403cb54168935" providerId="LiveId" clId="{F07CE3B0-EE15-440C-B282-9D6EF3A8DAD8}" dt="2025-04-29T13:16:42.473" v="1973" actId="20577"/>
          <ac:spMkLst>
            <pc:docMk/>
            <pc:sldMk cId="3981953918" sldId="256"/>
            <ac:spMk id="3" creationId="{777D2BFD-510A-468B-1202-8679FF18116E}"/>
          </ac:spMkLst>
        </pc:spChg>
        <pc:spChg chg="add del">
          <ac:chgData name="Jyoshna Narapareddy" userId="3ed403cb54168935" providerId="LiveId" clId="{F07CE3B0-EE15-440C-B282-9D6EF3A8DAD8}" dt="2025-04-29T02:03:10.053" v="686" actId="26606"/>
          <ac:spMkLst>
            <pc:docMk/>
            <pc:sldMk cId="3981953918" sldId="256"/>
            <ac:spMk id="9" creationId="{92CC1E4F-F1F0-B945-BE50-C72A7103E8AC}"/>
          </ac:spMkLst>
        </pc:spChg>
        <pc:spChg chg="add del">
          <ac:chgData name="Jyoshna Narapareddy" userId="3ed403cb54168935" providerId="LiveId" clId="{F07CE3B0-EE15-440C-B282-9D6EF3A8DAD8}" dt="2025-04-29T02:03:33.927" v="690" actId="26606"/>
          <ac:spMkLst>
            <pc:docMk/>
            <pc:sldMk cId="3981953918" sldId="256"/>
            <ac:spMk id="11" creationId="{3AF4666D-BD98-40A5-A75F-478B982010B2}"/>
          </ac:spMkLst>
        </pc:spChg>
        <pc:spChg chg="add del">
          <ac:chgData name="Jyoshna Narapareddy" userId="3ed403cb54168935" providerId="LiveId" clId="{F07CE3B0-EE15-440C-B282-9D6EF3A8DAD8}" dt="2025-04-29T02:03:33.927" v="690" actId="26606"/>
          <ac:spMkLst>
            <pc:docMk/>
            <pc:sldMk cId="3981953918" sldId="256"/>
            <ac:spMk id="12" creationId="{247A131F-D5DE-41A5-B4CF-4F345319B40B}"/>
          </ac:spMkLst>
        </pc:spChg>
        <pc:spChg chg="add del">
          <ac:chgData name="Jyoshna Narapareddy" userId="3ed403cb54168935" providerId="LiveId" clId="{F07CE3B0-EE15-440C-B282-9D6EF3A8DAD8}" dt="2025-04-29T02:03:33.927" v="690" actId="26606"/>
          <ac:spMkLst>
            <pc:docMk/>
            <pc:sldMk cId="3981953918" sldId="256"/>
            <ac:spMk id="13" creationId="{68680585-71F9-4721-A998-4974171D2EB4}"/>
          </ac:spMkLst>
        </pc:spChg>
        <pc:spChg chg="add del">
          <ac:chgData name="Jyoshna Narapareddy" userId="3ed403cb54168935" providerId="LiveId" clId="{F07CE3B0-EE15-440C-B282-9D6EF3A8DAD8}" dt="2025-04-29T02:03:33.927" v="690" actId="26606"/>
          <ac:spMkLst>
            <pc:docMk/>
            <pc:sldMk cId="3981953918" sldId="256"/>
            <ac:spMk id="15" creationId="{12BC95C2-2EEC-4F59-ABA8-660B0D059CCF}"/>
          </ac:spMkLst>
        </pc:spChg>
        <pc:spChg chg="add del">
          <ac:chgData name="Jyoshna Narapareddy" userId="3ed403cb54168935" providerId="LiveId" clId="{F07CE3B0-EE15-440C-B282-9D6EF3A8DAD8}" dt="2025-04-29T02:03:33.927" v="690" actId="26606"/>
          <ac:spMkLst>
            <pc:docMk/>
            <pc:sldMk cId="3981953918" sldId="256"/>
            <ac:spMk id="35" creationId="{8651CFA9-6065-4243-AC48-858E359780B1}"/>
          </ac:spMkLst>
        </pc:spChg>
        <pc:spChg chg="add">
          <ac:chgData name="Jyoshna Narapareddy" userId="3ed403cb54168935" providerId="LiveId" clId="{F07CE3B0-EE15-440C-B282-9D6EF3A8DAD8}" dt="2025-04-29T02:03:10.100" v="687" actId="26606"/>
          <ac:spMkLst>
            <pc:docMk/>
            <pc:sldMk cId="3981953918" sldId="256"/>
            <ac:spMk id="37" creationId="{37962AE0-6A1C-4B76-9D52-10E5E6D7D3BB}"/>
          </ac:spMkLst>
        </pc:spChg>
        <pc:spChg chg="add del">
          <ac:chgData name="Jyoshna Narapareddy" userId="3ed403cb54168935" providerId="LiveId" clId="{F07CE3B0-EE15-440C-B282-9D6EF3A8DAD8}" dt="2025-04-29T02:03:33.927" v="690" actId="26606"/>
          <ac:spMkLst>
            <pc:docMk/>
            <pc:sldMk cId="3981953918" sldId="256"/>
            <ac:spMk id="39" creationId="{16E12301-1C96-4D15-9838-D5B894B22365}"/>
          </ac:spMkLst>
        </pc:spChg>
        <pc:spChg chg="add">
          <ac:chgData name="Jyoshna Narapareddy" userId="3ed403cb54168935" providerId="LiveId" clId="{F07CE3B0-EE15-440C-B282-9D6EF3A8DAD8}" dt="2025-04-29T02:03:33.927" v="690" actId="26606"/>
          <ac:spMkLst>
            <pc:docMk/>
            <pc:sldMk cId="3981953918" sldId="256"/>
            <ac:spMk id="64" creationId="{09646535-AEF6-4883-A4F9-EEC1F8B4319E}"/>
          </ac:spMkLst>
        </pc:spChg>
        <pc:spChg chg="add">
          <ac:chgData name="Jyoshna Narapareddy" userId="3ed403cb54168935" providerId="LiveId" clId="{F07CE3B0-EE15-440C-B282-9D6EF3A8DAD8}" dt="2025-04-29T02:03:33.927" v="690" actId="26606"/>
          <ac:spMkLst>
            <pc:docMk/>
            <pc:sldMk cId="3981953918" sldId="256"/>
            <ac:spMk id="66" creationId="{05D1035C-3BF0-4FE0-B3A3-1062F86009CA}"/>
          </ac:spMkLst>
        </pc:spChg>
        <pc:picChg chg="add del">
          <ac:chgData name="Jyoshna Narapareddy" userId="3ed403cb54168935" providerId="LiveId" clId="{F07CE3B0-EE15-440C-B282-9D6EF3A8DAD8}" dt="2025-04-29T02:03:10.053" v="686" actId="26606"/>
          <ac:picMkLst>
            <pc:docMk/>
            <pc:sldMk cId="3981953918" sldId="256"/>
            <ac:picMk id="4" creationId="{844D08DD-BB46-C5BE-6E4D-68C13767F0AE}"/>
          </ac:picMkLst>
        </pc:picChg>
        <pc:picChg chg="add">
          <ac:chgData name="Jyoshna Narapareddy" userId="3ed403cb54168935" providerId="LiveId" clId="{F07CE3B0-EE15-440C-B282-9D6EF3A8DAD8}" dt="2025-04-29T02:03:10.100" v="687" actId="26606"/>
          <ac:picMkLst>
            <pc:docMk/>
            <pc:sldMk cId="3981953918" sldId="256"/>
            <ac:picMk id="14" creationId="{605F9BFD-2787-4859-24E8-6230183B8912}"/>
          </ac:picMkLst>
        </pc:picChg>
      </pc:sldChg>
      <pc:sldChg chg="new del">
        <pc:chgData name="Jyoshna Narapareddy" userId="3ed403cb54168935" providerId="LiveId" clId="{F07CE3B0-EE15-440C-B282-9D6EF3A8DAD8}" dt="2025-04-29T02:24:14.031" v="1070" actId="2696"/>
        <pc:sldMkLst>
          <pc:docMk/>
          <pc:sldMk cId="817221268" sldId="257"/>
        </pc:sldMkLst>
      </pc:sldChg>
      <pc:sldChg chg="addSp delSp modSp add mod">
        <pc:chgData name="Jyoshna Narapareddy" userId="3ed403cb54168935" providerId="LiveId" clId="{F07CE3B0-EE15-440C-B282-9D6EF3A8DAD8}" dt="2025-04-29T02:22:44.055" v="1068" actId="255"/>
        <pc:sldMkLst>
          <pc:docMk/>
          <pc:sldMk cId="908728114" sldId="258"/>
        </pc:sldMkLst>
        <pc:spChg chg="mod">
          <ac:chgData name="Jyoshna Narapareddy" userId="3ed403cb54168935" providerId="LiveId" clId="{F07CE3B0-EE15-440C-B282-9D6EF3A8DAD8}" dt="2025-04-29T02:19:19.367" v="960" actId="26606"/>
          <ac:spMkLst>
            <pc:docMk/>
            <pc:sldMk cId="908728114" sldId="258"/>
            <ac:spMk id="2" creationId="{5405E03F-3777-113E-E075-DFFFC19F943E}"/>
          </ac:spMkLst>
        </pc:spChg>
        <pc:spChg chg="mod">
          <ac:chgData name="Jyoshna Narapareddy" userId="3ed403cb54168935" providerId="LiveId" clId="{F07CE3B0-EE15-440C-B282-9D6EF3A8DAD8}" dt="2025-04-29T02:22:44.055" v="1068" actId="255"/>
          <ac:spMkLst>
            <pc:docMk/>
            <pc:sldMk cId="908728114" sldId="258"/>
            <ac:spMk id="3" creationId="{307E837A-0A55-3B0D-BA64-51CA052327CA}"/>
          </ac:spMkLst>
        </pc:spChg>
        <pc:spChg chg="add">
          <ac:chgData name="Jyoshna Narapareddy" userId="3ed403cb54168935" providerId="LiveId" clId="{F07CE3B0-EE15-440C-B282-9D6EF3A8DAD8}" dt="2025-04-29T02:13:39.453" v="920"/>
          <ac:spMkLst>
            <pc:docMk/>
            <pc:sldMk cId="908728114" sldId="258"/>
            <ac:spMk id="4" creationId="{5FB04B5E-443E-E6C0-9798-256474692FC1}"/>
          </ac:spMkLst>
        </pc:spChg>
        <pc:spChg chg="add">
          <ac:chgData name="Jyoshna Narapareddy" userId="3ed403cb54168935" providerId="LiveId" clId="{F07CE3B0-EE15-440C-B282-9D6EF3A8DAD8}" dt="2025-04-29T02:15:59.839" v="950"/>
          <ac:spMkLst>
            <pc:docMk/>
            <pc:sldMk cId="908728114" sldId="258"/>
            <ac:spMk id="6" creationId="{DE657252-B77C-D065-8B6F-37A08900B380}"/>
          </ac:spMkLst>
        </pc:spChg>
        <pc:spChg chg="del">
          <ac:chgData name="Jyoshna Narapareddy" userId="3ed403cb54168935" providerId="LiveId" clId="{F07CE3B0-EE15-440C-B282-9D6EF3A8DAD8}" dt="2025-04-29T02:05:15.553" v="697" actId="26606"/>
          <ac:spMkLst>
            <pc:docMk/>
            <pc:sldMk cId="908728114" sldId="258"/>
            <ac:spMk id="64" creationId="{42ECF575-7443-185A-2D59-FA53416DC7F5}"/>
          </ac:spMkLst>
        </pc:spChg>
        <pc:spChg chg="del">
          <ac:chgData name="Jyoshna Narapareddy" userId="3ed403cb54168935" providerId="LiveId" clId="{F07CE3B0-EE15-440C-B282-9D6EF3A8DAD8}" dt="2025-04-29T02:05:15.553" v="697" actId="26606"/>
          <ac:spMkLst>
            <pc:docMk/>
            <pc:sldMk cId="908728114" sldId="258"/>
            <ac:spMk id="66" creationId="{83367CD9-AD43-8ADD-F773-CA8A23FA530A}"/>
          </ac:spMkLst>
        </pc:spChg>
        <pc:spChg chg="add del">
          <ac:chgData name="Jyoshna Narapareddy" userId="3ed403cb54168935" providerId="LiveId" clId="{F07CE3B0-EE15-440C-B282-9D6EF3A8DAD8}" dt="2025-04-29T02:10:25.934" v="699" actId="26606"/>
          <ac:spMkLst>
            <pc:docMk/>
            <pc:sldMk cId="908728114" sldId="258"/>
            <ac:spMk id="71" creationId="{7FEECB93-933C-477B-BC7D-C2F2F6271A66}"/>
          </ac:spMkLst>
        </pc:spChg>
        <pc:spChg chg="add del">
          <ac:chgData name="Jyoshna Narapareddy" userId="3ed403cb54168935" providerId="LiveId" clId="{F07CE3B0-EE15-440C-B282-9D6EF3A8DAD8}" dt="2025-04-29T02:10:25.934" v="699" actId="26606"/>
          <ac:spMkLst>
            <pc:docMk/>
            <pc:sldMk cId="908728114" sldId="258"/>
            <ac:spMk id="73" creationId="{497BC505-FE0C-4637-A29D-B71DFBBBAA71}"/>
          </ac:spMkLst>
        </pc:spChg>
        <pc:spChg chg="add del">
          <ac:chgData name="Jyoshna Narapareddy" userId="3ed403cb54168935" providerId="LiveId" clId="{F07CE3B0-EE15-440C-B282-9D6EF3A8DAD8}" dt="2025-04-29T02:14:27.443" v="924" actId="26606"/>
          <ac:spMkLst>
            <pc:docMk/>
            <pc:sldMk cId="908728114" sldId="258"/>
            <ac:spMk id="88" creationId="{11F4D251-B7D8-402D-950A-F9D15396E94B}"/>
          </ac:spMkLst>
        </pc:spChg>
        <pc:spChg chg="add del">
          <ac:chgData name="Jyoshna Narapareddy" userId="3ed403cb54168935" providerId="LiveId" clId="{F07CE3B0-EE15-440C-B282-9D6EF3A8DAD8}" dt="2025-04-29T02:14:27.443" v="924" actId="26606"/>
          <ac:spMkLst>
            <pc:docMk/>
            <pc:sldMk cId="908728114" sldId="258"/>
            <ac:spMk id="90" creationId="{E67870A8-BE17-461C-AD58-035AD7FA02CB}"/>
          </ac:spMkLst>
        </pc:spChg>
        <pc:spChg chg="add del">
          <ac:chgData name="Jyoshna Narapareddy" userId="3ed403cb54168935" providerId="LiveId" clId="{F07CE3B0-EE15-440C-B282-9D6EF3A8DAD8}" dt="2025-04-29T02:19:19.367" v="960" actId="26606"/>
          <ac:spMkLst>
            <pc:docMk/>
            <pc:sldMk cId="908728114" sldId="258"/>
            <ac:spMk id="95" creationId="{09646535-AEF6-4883-A4F9-EEC1F8B4319E}"/>
          </ac:spMkLst>
        </pc:spChg>
        <pc:spChg chg="add del">
          <ac:chgData name="Jyoshna Narapareddy" userId="3ed403cb54168935" providerId="LiveId" clId="{F07CE3B0-EE15-440C-B282-9D6EF3A8DAD8}" dt="2025-04-29T02:19:19.367" v="960" actId="26606"/>
          <ac:spMkLst>
            <pc:docMk/>
            <pc:sldMk cId="908728114" sldId="258"/>
            <ac:spMk id="97" creationId="{E46201F9-63C1-495D-8F7E-E3B99D2DA624}"/>
          </ac:spMkLst>
        </pc:spChg>
        <pc:spChg chg="add del">
          <ac:chgData name="Jyoshna Narapareddy" userId="3ed403cb54168935" providerId="LiveId" clId="{F07CE3B0-EE15-440C-B282-9D6EF3A8DAD8}" dt="2025-04-29T02:19:19.367" v="960" actId="26606"/>
          <ac:spMkLst>
            <pc:docMk/>
            <pc:sldMk cId="908728114" sldId="258"/>
            <ac:spMk id="99" creationId="{07340AD6-FF98-450C-AE35-61F7EE4C12CA}"/>
          </ac:spMkLst>
        </pc:spChg>
        <pc:spChg chg="add del">
          <ac:chgData name="Jyoshna Narapareddy" userId="3ed403cb54168935" providerId="LiveId" clId="{F07CE3B0-EE15-440C-B282-9D6EF3A8DAD8}" dt="2025-04-29T02:19:19.367" v="960" actId="26606"/>
          <ac:spMkLst>
            <pc:docMk/>
            <pc:sldMk cId="908728114" sldId="258"/>
            <ac:spMk id="104" creationId="{BDE63055-C438-4977-B234-872D73E6C459}"/>
          </ac:spMkLst>
        </pc:spChg>
        <pc:spChg chg="add del">
          <ac:chgData name="Jyoshna Narapareddy" userId="3ed403cb54168935" providerId="LiveId" clId="{F07CE3B0-EE15-440C-B282-9D6EF3A8DAD8}" dt="2025-04-29T02:19:19.367" v="960" actId="26606"/>
          <ac:spMkLst>
            <pc:docMk/>
            <pc:sldMk cId="908728114" sldId="258"/>
            <ac:spMk id="106" creationId="{497BC505-FE0C-4637-A29D-B71DFBBBAA71}"/>
          </ac:spMkLst>
        </pc:spChg>
        <pc:grpChg chg="add del">
          <ac:chgData name="Jyoshna Narapareddy" userId="3ed403cb54168935" providerId="LiveId" clId="{F07CE3B0-EE15-440C-B282-9D6EF3A8DAD8}" dt="2025-04-29T02:10:25.934" v="699" actId="26606"/>
          <ac:grpSpMkLst>
            <pc:docMk/>
            <pc:sldMk cId="908728114" sldId="258"/>
            <ac:grpSpMk id="75" creationId="{F2FD01A0-E6FF-41CD-AEBD-279232B90D43}"/>
          </ac:grpSpMkLst>
        </pc:grpChg>
        <pc:grpChg chg="add del">
          <ac:chgData name="Jyoshna Narapareddy" userId="3ed403cb54168935" providerId="LiveId" clId="{F07CE3B0-EE15-440C-B282-9D6EF3A8DAD8}" dt="2025-04-29T02:10:25.934" v="699" actId="26606"/>
          <ac:grpSpMkLst>
            <pc:docMk/>
            <pc:sldMk cId="908728114" sldId="258"/>
            <ac:grpSpMk id="80" creationId="{3C9AA14C-80A4-427C-A911-28CD20C56E5E}"/>
          </ac:grpSpMkLst>
        </pc:grpChg>
        <pc:grpChg chg="add del">
          <ac:chgData name="Jyoshna Narapareddy" userId="3ed403cb54168935" providerId="LiveId" clId="{F07CE3B0-EE15-440C-B282-9D6EF3A8DAD8}" dt="2025-04-29T02:19:19.367" v="960" actId="26606"/>
          <ac:grpSpMkLst>
            <pc:docMk/>
            <pc:sldMk cId="908728114" sldId="258"/>
            <ac:grpSpMk id="108" creationId="{F2FD01A0-E6FF-41CD-AEBD-279232B90D43}"/>
          </ac:grpSpMkLst>
        </pc:grpChg>
        <pc:grpChg chg="add del">
          <ac:chgData name="Jyoshna Narapareddy" userId="3ed403cb54168935" providerId="LiveId" clId="{F07CE3B0-EE15-440C-B282-9D6EF3A8DAD8}" dt="2025-04-29T02:19:19.367" v="960" actId="26606"/>
          <ac:grpSpMkLst>
            <pc:docMk/>
            <pc:sldMk cId="908728114" sldId="258"/>
            <ac:grpSpMk id="113" creationId="{3C9AA14C-80A4-427C-A911-28CD20C56E5E}"/>
          </ac:grpSpMkLst>
        </pc:grpChg>
        <pc:picChg chg="add del mod">
          <ac:chgData name="Jyoshna Narapareddy" userId="3ed403cb54168935" providerId="LiveId" clId="{F07CE3B0-EE15-440C-B282-9D6EF3A8DAD8}" dt="2025-04-29T02:15:50.219" v="949" actId="478"/>
          <ac:picMkLst>
            <pc:docMk/>
            <pc:sldMk cId="908728114" sldId="258"/>
            <ac:picMk id="5" creationId="{F3F6C221-7C73-AC0B-4A4C-47090937253A}"/>
          </ac:picMkLst>
        </pc:picChg>
        <pc:picChg chg="add mod ord">
          <ac:chgData name="Jyoshna Narapareddy" userId="3ed403cb54168935" providerId="LiveId" clId="{F07CE3B0-EE15-440C-B282-9D6EF3A8DAD8}" dt="2025-04-29T02:19:19.367" v="960" actId="26606"/>
          <ac:picMkLst>
            <pc:docMk/>
            <pc:sldMk cId="908728114" sldId="258"/>
            <ac:picMk id="7" creationId="{04B0C074-3B08-B26A-FCF0-4BBE0D4E76AB}"/>
          </ac:picMkLst>
        </pc:picChg>
        <pc:picChg chg="del mod ord">
          <ac:chgData name="Jyoshna Narapareddy" userId="3ed403cb54168935" providerId="LiveId" clId="{F07CE3B0-EE15-440C-B282-9D6EF3A8DAD8}" dt="2025-04-29T02:14:29.282" v="925" actId="478"/>
          <ac:picMkLst>
            <pc:docMk/>
            <pc:sldMk cId="908728114" sldId="258"/>
            <ac:picMk id="14" creationId="{333CB049-2970-58C2-7302-A7158BB4AAA3}"/>
          </ac:picMkLst>
        </pc:picChg>
      </pc:sldChg>
      <pc:sldChg chg="addSp delSp modSp add mod addAnim delAnim">
        <pc:chgData name="Jyoshna Narapareddy" userId="3ed403cb54168935" providerId="LiveId" clId="{F07CE3B0-EE15-440C-B282-9D6EF3A8DAD8}" dt="2025-04-29T03:15:50.193" v="1908" actId="1076"/>
        <pc:sldMkLst>
          <pc:docMk/>
          <pc:sldMk cId="2667158385" sldId="259"/>
        </pc:sldMkLst>
        <pc:spChg chg="mod">
          <ac:chgData name="Jyoshna Narapareddy" userId="3ed403cb54168935" providerId="LiveId" clId="{F07CE3B0-EE15-440C-B282-9D6EF3A8DAD8}" dt="2025-04-29T02:34:31.067" v="1185" actId="26606"/>
          <ac:spMkLst>
            <pc:docMk/>
            <pc:sldMk cId="2667158385" sldId="259"/>
            <ac:spMk id="2" creationId="{D7DC3E89-0E70-5A1E-4DDF-FACCBD7E90E3}"/>
          </ac:spMkLst>
        </pc:spChg>
        <pc:spChg chg="mod">
          <ac:chgData name="Jyoshna Narapareddy" userId="3ed403cb54168935" providerId="LiveId" clId="{F07CE3B0-EE15-440C-B282-9D6EF3A8DAD8}" dt="2025-04-29T03:15:50.193" v="1908" actId="1076"/>
          <ac:spMkLst>
            <pc:docMk/>
            <pc:sldMk cId="2667158385" sldId="259"/>
            <ac:spMk id="3" creationId="{B79C9894-42A2-91EA-ED5F-1F0B2D31FD54}"/>
          </ac:spMkLst>
        </pc:spChg>
        <pc:spChg chg="add del mod">
          <ac:chgData name="Jyoshna Narapareddy" userId="3ed403cb54168935" providerId="LiveId" clId="{F07CE3B0-EE15-440C-B282-9D6EF3A8DAD8}" dt="2025-04-29T02:30:16.644" v="1172" actId="21"/>
          <ac:spMkLst>
            <pc:docMk/>
            <pc:sldMk cId="2667158385" sldId="259"/>
            <ac:spMk id="5" creationId="{E7DDCBC3-5186-00D9-8EAA-676BC7ACF769}"/>
          </ac:spMkLst>
        </pc:spChg>
        <pc:spChg chg="add del">
          <ac:chgData name="Jyoshna Narapareddy" userId="3ed403cb54168935" providerId="LiveId" clId="{F07CE3B0-EE15-440C-B282-9D6EF3A8DAD8}" dt="2025-04-29T02:34:31.067" v="1185" actId="26606"/>
          <ac:spMkLst>
            <pc:docMk/>
            <pc:sldMk cId="2667158385" sldId="259"/>
            <ac:spMk id="95" creationId="{48D9C5C9-972D-847A-7F6A-C8C87DB63DB4}"/>
          </ac:spMkLst>
        </pc:spChg>
        <pc:spChg chg="add del">
          <ac:chgData name="Jyoshna Narapareddy" userId="3ed403cb54168935" providerId="LiveId" clId="{F07CE3B0-EE15-440C-B282-9D6EF3A8DAD8}" dt="2025-04-29T02:34:31.067" v="1185" actId="26606"/>
          <ac:spMkLst>
            <pc:docMk/>
            <pc:sldMk cId="2667158385" sldId="259"/>
            <ac:spMk id="97" creationId="{06EF3B39-C624-4A16-1988-43890B92F4FD}"/>
          </ac:spMkLst>
        </pc:spChg>
        <pc:spChg chg="add del">
          <ac:chgData name="Jyoshna Narapareddy" userId="3ed403cb54168935" providerId="LiveId" clId="{F07CE3B0-EE15-440C-B282-9D6EF3A8DAD8}" dt="2025-04-29T02:34:31.067" v="1185" actId="26606"/>
          <ac:spMkLst>
            <pc:docMk/>
            <pc:sldMk cId="2667158385" sldId="259"/>
            <ac:spMk id="99" creationId="{93DA0ACF-295E-7C0F-8D87-4053574E75BB}"/>
          </ac:spMkLst>
        </pc:spChg>
        <pc:spChg chg="add">
          <ac:chgData name="Jyoshna Narapareddy" userId="3ed403cb54168935" providerId="LiveId" clId="{F07CE3B0-EE15-440C-B282-9D6EF3A8DAD8}" dt="2025-04-29T02:34:31.067" v="1185" actId="26606"/>
          <ac:spMkLst>
            <pc:docMk/>
            <pc:sldMk cId="2667158385" sldId="259"/>
            <ac:spMk id="101" creationId="{09646535-AEF6-4883-A4F9-EEC1F8B4319E}"/>
          </ac:spMkLst>
        </pc:spChg>
        <pc:spChg chg="add">
          <ac:chgData name="Jyoshna Narapareddy" userId="3ed403cb54168935" providerId="LiveId" clId="{F07CE3B0-EE15-440C-B282-9D6EF3A8DAD8}" dt="2025-04-29T02:34:31.067" v="1185" actId="26606"/>
          <ac:spMkLst>
            <pc:docMk/>
            <pc:sldMk cId="2667158385" sldId="259"/>
            <ac:spMk id="102" creationId="{DB7EFF05-A8DA-4B3E-9C21-7A04283D4852}"/>
          </ac:spMkLst>
        </pc:spChg>
        <pc:spChg chg="add del">
          <ac:chgData name="Jyoshna Narapareddy" userId="3ed403cb54168935" providerId="LiveId" clId="{F07CE3B0-EE15-440C-B282-9D6EF3A8DAD8}" dt="2025-04-29T02:33:25.707" v="1182" actId="26606"/>
          <ac:spMkLst>
            <pc:docMk/>
            <pc:sldMk cId="2667158385" sldId="259"/>
            <ac:spMk id="104" creationId="{09646535-AEF6-4883-A4F9-EEC1F8B4319E}"/>
          </ac:spMkLst>
        </pc:spChg>
        <pc:spChg chg="add">
          <ac:chgData name="Jyoshna Narapareddy" userId="3ed403cb54168935" providerId="LiveId" clId="{F07CE3B0-EE15-440C-B282-9D6EF3A8DAD8}" dt="2025-04-29T02:34:31.067" v="1185" actId="26606"/>
          <ac:spMkLst>
            <pc:docMk/>
            <pc:sldMk cId="2667158385" sldId="259"/>
            <ac:spMk id="105" creationId="{AFAE2A12-140C-4527-B721-72C1DD3FC66D}"/>
          </ac:spMkLst>
        </pc:spChg>
        <pc:spChg chg="add del">
          <ac:chgData name="Jyoshna Narapareddy" userId="3ed403cb54168935" providerId="LiveId" clId="{F07CE3B0-EE15-440C-B282-9D6EF3A8DAD8}" dt="2025-04-29T02:33:20.293" v="1180" actId="26606"/>
          <ac:spMkLst>
            <pc:docMk/>
            <pc:sldMk cId="2667158385" sldId="259"/>
            <ac:spMk id="106" creationId="{09646535-AEF6-4883-A4F9-EEC1F8B4319E}"/>
          </ac:spMkLst>
        </pc:spChg>
        <pc:spChg chg="add">
          <ac:chgData name="Jyoshna Narapareddy" userId="3ed403cb54168935" providerId="LiveId" clId="{F07CE3B0-EE15-440C-B282-9D6EF3A8DAD8}" dt="2025-04-29T02:34:31.067" v="1185" actId="26606"/>
          <ac:spMkLst>
            <pc:docMk/>
            <pc:sldMk cId="2667158385" sldId="259"/>
            <ac:spMk id="107" creationId="{A5B43FC7-6A19-4DF3-8506-485B555007D9}"/>
          </ac:spMkLst>
        </pc:spChg>
        <pc:spChg chg="add del">
          <ac:chgData name="Jyoshna Narapareddy" userId="3ed403cb54168935" providerId="LiveId" clId="{F07CE3B0-EE15-440C-B282-9D6EF3A8DAD8}" dt="2025-04-29T02:33:20.293" v="1180" actId="26606"/>
          <ac:spMkLst>
            <pc:docMk/>
            <pc:sldMk cId="2667158385" sldId="259"/>
            <ac:spMk id="108" creationId="{2A3E2477-CB24-4FE6-B9C0-F9800FF83EF6}"/>
          </ac:spMkLst>
        </pc:spChg>
        <pc:spChg chg="add">
          <ac:chgData name="Jyoshna Narapareddy" userId="3ed403cb54168935" providerId="LiveId" clId="{F07CE3B0-EE15-440C-B282-9D6EF3A8DAD8}" dt="2025-04-29T02:34:31.067" v="1185" actId="26606"/>
          <ac:spMkLst>
            <pc:docMk/>
            <pc:sldMk cId="2667158385" sldId="259"/>
            <ac:spMk id="109" creationId="{7E689040-6301-4CD3-A20F-EA809EAD514F}"/>
          </ac:spMkLst>
        </pc:spChg>
        <pc:spChg chg="add del">
          <ac:chgData name="Jyoshna Narapareddy" userId="3ed403cb54168935" providerId="LiveId" clId="{F07CE3B0-EE15-440C-B282-9D6EF3A8DAD8}" dt="2025-04-29T02:33:20.293" v="1180" actId="26606"/>
          <ac:spMkLst>
            <pc:docMk/>
            <pc:sldMk cId="2667158385" sldId="259"/>
            <ac:spMk id="110" creationId="{B965638C-2268-4A1B-96C3-95E79EF44B96}"/>
          </ac:spMkLst>
        </pc:spChg>
        <pc:spChg chg="add del">
          <ac:chgData name="Jyoshna Narapareddy" userId="3ed403cb54168935" providerId="LiveId" clId="{F07CE3B0-EE15-440C-B282-9D6EF3A8DAD8}" dt="2025-04-29T02:33:20.293" v="1180" actId="26606"/>
          <ac:spMkLst>
            <pc:docMk/>
            <pc:sldMk cId="2667158385" sldId="259"/>
            <ac:spMk id="112" creationId="{97D0825D-5142-4F4A-A141-3CCD5E99CB4F}"/>
          </ac:spMkLst>
        </pc:spChg>
        <pc:spChg chg="add del">
          <ac:chgData name="Jyoshna Narapareddy" userId="3ed403cb54168935" providerId="LiveId" clId="{F07CE3B0-EE15-440C-B282-9D6EF3A8DAD8}" dt="2025-04-29T02:33:25.707" v="1182" actId="26606"/>
          <ac:spMkLst>
            <pc:docMk/>
            <pc:sldMk cId="2667158385" sldId="259"/>
            <ac:spMk id="114" creationId="{1607CD53-0FF9-47E9-94AD-2BF64BA801B1}"/>
          </ac:spMkLst>
        </pc:spChg>
        <pc:spChg chg="add del">
          <ac:chgData name="Jyoshna Narapareddy" userId="3ed403cb54168935" providerId="LiveId" clId="{F07CE3B0-EE15-440C-B282-9D6EF3A8DAD8}" dt="2025-04-29T02:33:25.707" v="1182" actId="26606"/>
          <ac:spMkLst>
            <pc:docMk/>
            <pc:sldMk cId="2667158385" sldId="259"/>
            <ac:spMk id="115" creationId="{DB7EFF05-A8DA-4B3E-9C21-7A04283D4852}"/>
          </ac:spMkLst>
        </pc:spChg>
        <pc:spChg chg="add del">
          <ac:chgData name="Jyoshna Narapareddy" userId="3ed403cb54168935" providerId="LiveId" clId="{F07CE3B0-EE15-440C-B282-9D6EF3A8DAD8}" dt="2025-04-29T02:33:25.707" v="1182" actId="26606"/>
          <ac:spMkLst>
            <pc:docMk/>
            <pc:sldMk cId="2667158385" sldId="259"/>
            <ac:spMk id="116" creationId="{3F58D3F4-AD3E-4263-85BF-7EB71245838E}"/>
          </ac:spMkLst>
        </pc:spChg>
        <pc:spChg chg="add del">
          <ac:chgData name="Jyoshna Narapareddy" userId="3ed403cb54168935" providerId="LiveId" clId="{F07CE3B0-EE15-440C-B282-9D6EF3A8DAD8}" dt="2025-04-29T02:33:25.707" v="1182" actId="26606"/>
          <ac:spMkLst>
            <pc:docMk/>
            <pc:sldMk cId="2667158385" sldId="259"/>
            <ac:spMk id="117" creationId="{B383AC10-A272-4982-A610-DDA728D78139}"/>
          </ac:spMkLst>
        </pc:spChg>
        <pc:picChg chg="del">
          <ac:chgData name="Jyoshna Narapareddy" userId="3ed403cb54168935" providerId="LiveId" clId="{F07CE3B0-EE15-440C-B282-9D6EF3A8DAD8}" dt="2025-04-29T02:24:15.997" v="1071" actId="478"/>
          <ac:picMkLst>
            <pc:docMk/>
            <pc:sldMk cId="2667158385" sldId="259"/>
            <ac:picMk id="7" creationId="{F5A43143-8415-2168-07F7-2FB639A8B0B7}"/>
          </ac:picMkLst>
        </pc:picChg>
        <pc:picChg chg="add del mod">
          <ac:chgData name="Jyoshna Narapareddy" userId="3ed403cb54168935" providerId="LiveId" clId="{F07CE3B0-EE15-440C-B282-9D6EF3A8DAD8}" dt="2025-04-29T02:33:32.204" v="1184" actId="21"/>
          <ac:picMkLst>
            <pc:docMk/>
            <pc:sldMk cId="2667158385" sldId="259"/>
            <ac:picMk id="9" creationId="{F4EAD6D0-99F1-E505-CAA2-D32BEDFA2973}"/>
          </ac:picMkLst>
        </pc:picChg>
        <pc:picChg chg="add del">
          <ac:chgData name="Jyoshna Narapareddy" userId="3ed403cb54168935" providerId="LiveId" clId="{F07CE3B0-EE15-440C-B282-9D6EF3A8DAD8}" dt="2025-04-29T02:33:20.293" v="1180" actId="26606"/>
          <ac:picMkLst>
            <pc:docMk/>
            <pc:sldMk cId="2667158385" sldId="259"/>
            <ac:picMk id="103" creationId="{4406F874-AFD0-CCDF-F45A-0A8EFAC14CD5}"/>
          </ac:picMkLst>
        </pc:picChg>
      </pc:sldChg>
      <pc:sldChg chg="addSp delSp modSp new mod setBg">
        <pc:chgData name="Jyoshna Narapareddy" userId="3ed403cb54168935" providerId="LiveId" clId="{F07CE3B0-EE15-440C-B282-9D6EF3A8DAD8}" dt="2025-04-29T03:16:32.442" v="1953" actId="20577"/>
        <pc:sldMkLst>
          <pc:docMk/>
          <pc:sldMk cId="4069628761" sldId="260"/>
        </pc:sldMkLst>
        <pc:spChg chg="mod">
          <ac:chgData name="Jyoshna Narapareddy" userId="3ed403cb54168935" providerId="LiveId" clId="{F07CE3B0-EE15-440C-B282-9D6EF3A8DAD8}" dt="2025-04-29T02:42:27" v="1316" actId="20577"/>
          <ac:spMkLst>
            <pc:docMk/>
            <pc:sldMk cId="4069628761" sldId="260"/>
            <ac:spMk id="2" creationId="{F43FD0AE-09C0-143B-4F0D-6E6038027A68}"/>
          </ac:spMkLst>
        </pc:spChg>
        <pc:spChg chg="mod">
          <ac:chgData name="Jyoshna Narapareddy" userId="3ed403cb54168935" providerId="LiveId" clId="{F07CE3B0-EE15-440C-B282-9D6EF3A8DAD8}" dt="2025-04-29T03:16:32.442" v="1953" actId="20577"/>
          <ac:spMkLst>
            <pc:docMk/>
            <pc:sldMk cId="4069628761" sldId="260"/>
            <ac:spMk id="3" creationId="{F7B2BD81-F31A-D032-5A37-5034B3473DA9}"/>
          </ac:spMkLst>
        </pc:spChg>
        <pc:spChg chg="add">
          <ac:chgData name="Jyoshna Narapareddy" userId="3ed403cb54168935" providerId="LiveId" clId="{F07CE3B0-EE15-440C-B282-9D6EF3A8DAD8}" dt="2025-04-29T02:38:28.717" v="1227"/>
          <ac:spMkLst>
            <pc:docMk/>
            <pc:sldMk cId="4069628761" sldId="260"/>
            <ac:spMk id="4" creationId="{BB5DA563-4AFE-999D-128D-2F309935CBC6}"/>
          </ac:spMkLst>
        </pc:spChg>
        <pc:spChg chg="add del mod">
          <ac:chgData name="Jyoshna Narapareddy" userId="3ed403cb54168935" providerId="LiveId" clId="{F07CE3B0-EE15-440C-B282-9D6EF3A8DAD8}" dt="2025-04-29T02:40:02.158" v="1232" actId="21"/>
          <ac:spMkLst>
            <pc:docMk/>
            <pc:sldMk cId="4069628761" sldId="260"/>
            <ac:spMk id="6" creationId="{C58BF79A-D1DA-D77A-6B9F-E2E678FD2730}"/>
          </ac:spMkLst>
        </pc:spChg>
        <pc:spChg chg="add del mod">
          <ac:chgData name="Jyoshna Narapareddy" userId="3ed403cb54168935" providerId="LiveId" clId="{F07CE3B0-EE15-440C-B282-9D6EF3A8DAD8}" dt="2025-04-29T02:40:10.389" v="1234" actId="21"/>
          <ac:spMkLst>
            <pc:docMk/>
            <pc:sldMk cId="4069628761" sldId="260"/>
            <ac:spMk id="8" creationId="{C58BF79A-D1DA-D77A-6B9F-E2E678FD2730}"/>
          </ac:spMkLst>
        </pc:spChg>
        <pc:spChg chg="add">
          <ac:chgData name="Jyoshna Narapareddy" userId="3ed403cb54168935" providerId="LiveId" clId="{F07CE3B0-EE15-440C-B282-9D6EF3A8DAD8}" dt="2025-04-29T02:40:16.836" v="1235"/>
          <ac:spMkLst>
            <pc:docMk/>
            <pc:sldMk cId="4069628761" sldId="260"/>
            <ac:spMk id="9" creationId="{3A003E66-D726-67CF-3A33-CEDE29CE3169}"/>
          </ac:spMkLst>
        </pc:spChg>
        <pc:spChg chg="add del">
          <ac:chgData name="Jyoshna Narapareddy" userId="3ed403cb54168935" providerId="LiveId" clId="{F07CE3B0-EE15-440C-B282-9D6EF3A8DAD8}" dt="2025-04-29T02:44:03.605" v="1535" actId="26606"/>
          <ac:spMkLst>
            <pc:docMk/>
            <pc:sldMk cId="4069628761" sldId="260"/>
            <ac:spMk id="10" creationId="{01D3B63D-97A2-43B6-B140-7FADB9C541CE}"/>
          </ac:spMkLst>
        </pc:spChg>
        <pc:spChg chg="add del">
          <ac:chgData name="Jyoshna Narapareddy" userId="3ed403cb54168935" providerId="LiveId" clId="{F07CE3B0-EE15-440C-B282-9D6EF3A8DAD8}" dt="2025-04-29T02:44:03.605" v="1535" actId="26606"/>
          <ac:spMkLst>
            <pc:docMk/>
            <pc:sldMk cId="4069628761" sldId="260"/>
            <ac:spMk id="12" creationId="{899AB3E9-A7F5-451B-8FC3-9BBE53056F35}"/>
          </ac:spMkLst>
        </pc:spChg>
        <pc:spChg chg="add">
          <ac:chgData name="Jyoshna Narapareddy" userId="3ed403cb54168935" providerId="LiveId" clId="{F07CE3B0-EE15-440C-B282-9D6EF3A8DAD8}" dt="2025-04-29T02:44:03.605" v="1535" actId="26606"/>
          <ac:spMkLst>
            <pc:docMk/>
            <pc:sldMk cId="4069628761" sldId="260"/>
            <ac:spMk id="17" creationId="{2A3E2477-CB24-4FE6-B9C0-F9800FF83EF6}"/>
          </ac:spMkLst>
        </pc:spChg>
        <pc:spChg chg="add">
          <ac:chgData name="Jyoshna Narapareddy" userId="3ed403cb54168935" providerId="LiveId" clId="{F07CE3B0-EE15-440C-B282-9D6EF3A8DAD8}" dt="2025-04-29T02:44:03.605" v="1535" actId="26606"/>
          <ac:spMkLst>
            <pc:docMk/>
            <pc:sldMk cId="4069628761" sldId="260"/>
            <ac:spMk id="19" creationId="{B965638C-2268-4A1B-96C3-95E79EF44B96}"/>
          </ac:spMkLst>
        </pc:spChg>
        <pc:spChg chg="add">
          <ac:chgData name="Jyoshna Narapareddy" userId="3ed403cb54168935" providerId="LiveId" clId="{F07CE3B0-EE15-440C-B282-9D6EF3A8DAD8}" dt="2025-04-29T02:44:03.605" v="1535" actId="26606"/>
          <ac:spMkLst>
            <pc:docMk/>
            <pc:sldMk cId="4069628761" sldId="260"/>
            <ac:spMk id="21" creationId="{97D0825D-5142-4F4A-A141-3CCD5E99CB4F}"/>
          </ac:spMkLst>
        </pc:spChg>
        <pc:picChg chg="add del mod">
          <ac:chgData name="Jyoshna Narapareddy" userId="3ed403cb54168935" providerId="LiveId" clId="{F07CE3B0-EE15-440C-B282-9D6EF3A8DAD8}" dt="2025-04-29T02:40:02.158" v="1232" actId="21"/>
          <ac:picMkLst>
            <pc:docMk/>
            <pc:sldMk cId="4069628761" sldId="260"/>
            <ac:picMk id="5" creationId="{CB8139A5-ADDC-70B4-3C01-06D8DAA3FBA8}"/>
          </ac:picMkLst>
        </pc:picChg>
        <pc:picChg chg="add del mod">
          <ac:chgData name="Jyoshna Narapareddy" userId="3ed403cb54168935" providerId="LiveId" clId="{F07CE3B0-EE15-440C-B282-9D6EF3A8DAD8}" dt="2025-04-29T02:40:10.389" v="1234" actId="21"/>
          <ac:picMkLst>
            <pc:docMk/>
            <pc:sldMk cId="4069628761" sldId="260"/>
            <ac:picMk id="7" creationId="{CB8139A5-ADDC-70B4-3C01-06D8DAA3FBA8}"/>
          </ac:picMkLst>
        </pc:picChg>
        <pc:picChg chg="add mod">
          <ac:chgData name="Jyoshna Narapareddy" userId="3ed403cb54168935" providerId="LiveId" clId="{F07CE3B0-EE15-440C-B282-9D6EF3A8DAD8}" dt="2025-04-29T02:44:03.605" v="1535" actId="26606"/>
          <ac:picMkLst>
            <pc:docMk/>
            <pc:sldMk cId="4069628761" sldId="260"/>
            <ac:picMk id="11" creationId="{A9E81C4D-C7DD-E242-4EC9-CEE4A3995EB0}"/>
          </ac:picMkLst>
        </pc:picChg>
      </pc:sldChg>
      <pc:sldChg chg="addSp delSp modSp add mod ord addAnim delAnim">
        <pc:chgData name="Jyoshna Narapareddy" userId="3ed403cb54168935" providerId="LiveId" clId="{F07CE3B0-EE15-440C-B282-9D6EF3A8DAD8}" dt="2025-04-29T03:16:53.142" v="1960" actId="120"/>
        <pc:sldMkLst>
          <pc:docMk/>
          <pc:sldMk cId="1456156191" sldId="261"/>
        </pc:sldMkLst>
        <pc:spChg chg="del mod">
          <ac:chgData name="Jyoshna Narapareddy" userId="3ed403cb54168935" providerId="LiveId" clId="{F07CE3B0-EE15-440C-B282-9D6EF3A8DAD8}" dt="2025-04-29T02:49:19.028" v="1540"/>
          <ac:spMkLst>
            <pc:docMk/>
            <pc:sldMk cId="1456156191" sldId="261"/>
            <ac:spMk id="2" creationId="{02936B35-7624-6DC9-AE69-A70F56383D9B}"/>
          </ac:spMkLst>
        </pc:spChg>
        <pc:spChg chg="mod ord">
          <ac:chgData name="Jyoshna Narapareddy" userId="3ed403cb54168935" providerId="LiveId" clId="{F07CE3B0-EE15-440C-B282-9D6EF3A8DAD8}" dt="2025-04-29T03:16:53.142" v="1960" actId="120"/>
          <ac:spMkLst>
            <pc:docMk/>
            <pc:sldMk cId="1456156191" sldId="261"/>
            <ac:spMk id="3" creationId="{AA0D5B31-561E-E622-F822-35FB4BA9EACB}"/>
          </ac:spMkLst>
        </pc:spChg>
        <pc:spChg chg="add mod">
          <ac:chgData name="Jyoshna Narapareddy" userId="3ed403cb54168935" providerId="LiveId" clId="{F07CE3B0-EE15-440C-B282-9D6EF3A8DAD8}" dt="2025-04-29T02:59:20.160" v="1727" actId="26606"/>
          <ac:spMkLst>
            <pc:docMk/>
            <pc:sldMk cId="1456156191" sldId="261"/>
            <ac:spMk id="4" creationId="{2692B3ED-806C-192D-017D-83E10DC7089E}"/>
          </ac:spMkLst>
        </pc:spChg>
        <pc:spChg chg="add">
          <ac:chgData name="Jyoshna Narapareddy" userId="3ed403cb54168935" providerId="LiveId" clId="{F07CE3B0-EE15-440C-B282-9D6EF3A8DAD8}" dt="2025-04-29T02:57:44.539" v="1713"/>
          <ac:spMkLst>
            <pc:docMk/>
            <pc:sldMk cId="1456156191" sldId="261"/>
            <ac:spMk id="5" creationId="{6FA2E9C4-8ED5-56CB-3AE3-507C408BE548}"/>
          </ac:spMkLst>
        </pc:spChg>
        <pc:spChg chg="add">
          <ac:chgData name="Jyoshna Narapareddy" userId="3ed403cb54168935" providerId="LiveId" clId="{F07CE3B0-EE15-440C-B282-9D6EF3A8DAD8}" dt="2025-04-29T02:58:28.704" v="1721"/>
          <ac:spMkLst>
            <pc:docMk/>
            <pc:sldMk cId="1456156191" sldId="261"/>
            <ac:spMk id="7" creationId="{F6797844-6CDF-BC7F-9749-A565328D5A87}"/>
          </ac:spMkLst>
        </pc:spChg>
        <pc:spChg chg="del">
          <ac:chgData name="Jyoshna Narapareddy" userId="3ed403cb54168935" providerId="LiveId" clId="{F07CE3B0-EE15-440C-B282-9D6EF3A8DAD8}" dt="2025-04-29T02:57:55.952" v="1715" actId="26606"/>
          <ac:spMkLst>
            <pc:docMk/>
            <pc:sldMk cId="1456156191" sldId="261"/>
            <ac:spMk id="101" creationId="{D18D575E-A13E-9706-E997-D6A5B6AF3E88}"/>
          </ac:spMkLst>
        </pc:spChg>
        <pc:spChg chg="del">
          <ac:chgData name="Jyoshna Narapareddy" userId="3ed403cb54168935" providerId="LiveId" clId="{F07CE3B0-EE15-440C-B282-9D6EF3A8DAD8}" dt="2025-04-29T02:57:55.952" v="1715" actId="26606"/>
          <ac:spMkLst>
            <pc:docMk/>
            <pc:sldMk cId="1456156191" sldId="261"/>
            <ac:spMk id="102" creationId="{B843029F-852B-1D1C-5CD3-6AB9681E7DD9}"/>
          </ac:spMkLst>
        </pc:spChg>
        <pc:spChg chg="del">
          <ac:chgData name="Jyoshna Narapareddy" userId="3ed403cb54168935" providerId="LiveId" clId="{F07CE3B0-EE15-440C-B282-9D6EF3A8DAD8}" dt="2025-04-29T02:57:55.952" v="1715" actId="26606"/>
          <ac:spMkLst>
            <pc:docMk/>
            <pc:sldMk cId="1456156191" sldId="261"/>
            <ac:spMk id="105" creationId="{6F1A0DAD-2A23-5CA1-2A25-2E7BC63BEF22}"/>
          </ac:spMkLst>
        </pc:spChg>
        <pc:spChg chg="del">
          <ac:chgData name="Jyoshna Narapareddy" userId="3ed403cb54168935" providerId="LiveId" clId="{F07CE3B0-EE15-440C-B282-9D6EF3A8DAD8}" dt="2025-04-29T02:57:55.952" v="1715" actId="26606"/>
          <ac:spMkLst>
            <pc:docMk/>
            <pc:sldMk cId="1456156191" sldId="261"/>
            <ac:spMk id="107" creationId="{3A2D635C-7BB4-5170-11BD-EAB995D2575A}"/>
          </ac:spMkLst>
        </pc:spChg>
        <pc:spChg chg="del">
          <ac:chgData name="Jyoshna Narapareddy" userId="3ed403cb54168935" providerId="LiveId" clId="{F07CE3B0-EE15-440C-B282-9D6EF3A8DAD8}" dt="2025-04-29T02:57:55.952" v="1715" actId="26606"/>
          <ac:spMkLst>
            <pc:docMk/>
            <pc:sldMk cId="1456156191" sldId="261"/>
            <ac:spMk id="109" creationId="{064D3198-9E29-7845-836F-E9A0379B2D30}"/>
          </ac:spMkLst>
        </pc:spChg>
        <pc:spChg chg="add del">
          <ac:chgData name="Jyoshna Narapareddy" userId="3ed403cb54168935" providerId="LiveId" clId="{F07CE3B0-EE15-440C-B282-9D6EF3A8DAD8}" dt="2025-04-29T02:59:22.210" v="1731" actId="26606"/>
          <ac:spMkLst>
            <pc:docMk/>
            <pc:sldMk cId="1456156191" sldId="261"/>
            <ac:spMk id="114" creationId="{C56AE383-06A1-42D3-B1AF-CE22194F54B7}"/>
          </ac:spMkLst>
        </pc:spChg>
        <pc:spChg chg="add del">
          <ac:chgData name="Jyoshna Narapareddy" userId="3ed403cb54168935" providerId="LiveId" clId="{F07CE3B0-EE15-440C-B282-9D6EF3A8DAD8}" dt="2025-04-29T02:59:22.210" v="1731" actId="26606"/>
          <ac:spMkLst>
            <pc:docMk/>
            <pc:sldMk cId="1456156191" sldId="261"/>
            <ac:spMk id="116" creationId="{3D70B90B-BED1-4715-9BFE-9622C47A2B2F}"/>
          </ac:spMkLst>
        </pc:spChg>
        <pc:spChg chg="add del">
          <ac:chgData name="Jyoshna Narapareddy" userId="3ed403cb54168935" providerId="LiveId" clId="{F07CE3B0-EE15-440C-B282-9D6EF3A8DAD8}" dt="2025-04-29T02:59:20.160" v="1727" actId="26606"/>
          <ac:spMkLst>
            <pc:docMk/>
            <pc:sldMk cId="1456156191" sldId="261"/>
            <ac:spMk id="121" creationId="{335243F2-87BD-4C47-8358-ACFE608D3DB3}"/>
          </ac:spMkLst>
        </pc:spChg>
        <pc:spChg chg="add del">
          <ac:chgData name="Jyoshna Narapareddy" userId="3ed403cb54168935" providerId="LiveId" clId="{F07CE3B0-EE15-440C-B282-9D6EF3A8DAD8}" dt="2025-04-29T02:59:20.160" v="1727" actId="26606"/>
          <ac:spMkLst>
            <pc:docMk/>
            <pc:sldMk cId="1456156191" sldId="261"/>
            <ac:spMk id="123" creationId="{65B33439-EC96-4835-9DF2-CFA3336E0E41}"/>
          </ac:spMkLst>
        </pc:spChg>
        <pc:spChg chg="add del">
          <ac:chgData name="Jyoshna Narapareddy" userId="3ed403cb54168935" providerId="LiveId" clId="{F07CE3B0-EE15-440C-B282-9D6EF3A8DAD8}" dt="2025-04-29T02:59:22.210" v="1731" actId="26606"/>
          <ac:spMkLst>
            <pc:docMk/>
            <pc:sldMk cId="1456156191" sldId="261"/>
            <ac:spMk id="135" creationId="{C56AE383-06A1-42D3-B1AF-CE22194F54B7}"/>
          </ac:spMkLst>
        </pc:spChg>
        <pc:spChg chg="add del">
          <ac:chgData name="Jyoshna Narapareddy" userId="3ed403cb54168935" providerId="LiveId" clId="{F07CE3B0-EE15-440C-B282-9D6EF3A8DAD8}" dt="2025-04-29T02:59:22.210" v="1731" actId="26606"/>
          <ac:spMkLst>
            <pc:docMk/>
            <pc:sldMk cId="1456156191" sldId="261"/>
            <ac:spMk id="136" creationId="{3D70B90B-BED1-4715-9BFE-9622C47A2B2F}"/>
          </ac:spMkLst>
        </pc:spChg>
        <pc:grpChg chg="add del">
          <ac:chgData name="Jyoshna Narapareddy" userId="3ed403cb54168935" providerId="LiveId" clId="{F07CE3B0-EE15-440C-B282-9D6EF3A8DAD8}" dt="2025-04-29T02:59:20.160" v="1727" actId="26606"/>
          <ac:grpSpMkLst>
            <pc:docMk/>
            <pc:sldMk cId="1456156191" sldId="261"/>
            <ac:grpSpMk id="125" creationId="{F2FD01A0-E6FF-41CD-AEBD-279232B90D43}"/>
          </ac:grpSpMkLst>
        </pc:grpChg>
        <pc:grpChg chg="add del">
          <ac:chgData name="Jyoshna Narapareddy" userId="3ed403cb54168935" providerId="LiveId" clId="{F07CE3B0-EE15-440C-B282-9D6EF3A8DAD8}" dt="2025-04-29T02:59:20.160" v="1727" actId="26606"/>
          <ac:grpSpMkLst>
            <pc:docMk/>
            <pc:sldMk cId="1456156191" sldId="261"/>
            <ac:grpSpMk id="130" creationId="{3C9AA14C-80A4-427C-A911-28CD20C56E5E}"/>
          </ac:grpSpMkLst>
        </pc:grpChg>
        <pc:picChg chg="add del mod">
          <ac:chgData name="Jyoshna Narapareddy" userId="3ed403cb54168935" providerId="LiveId" clId="{F07CE3B0-EE15-440C-B282-9D6EF3A8DAD8}" dt="2025-04-29T02:58:27.881" v="1720" actId="478"/>
          <ac:picMkLst>
            <pc:docMk/>
            <pc:sldMk cId="1456156191" sldId="261"/>
            <ac:picMk id="6" creationId="{5CB5EF02-F9EF-1685-823D-665C8B25A3C8}"/>
          </ac:picMkLst>
        </pc:picChg>
        <pc:picChg chg="add mod">
          <ac:chgData name="Jyoshna Narapareddy" userId="3ed403cb54168935" providerId="LiveId" clId="{F07CE3B0-EE15-440C-B282-9D6EF3A8DAD8}" dt="2025-04-29T02:59:22.210" v="1731" actId="26606"/>
          <ac:picMkLst>
            <pc:docMk/>
            <pc:sldMk cId="1456156191" sldId="261"/>
            <ac:picMk id="8" creationId="{3F97476E-5DCD-F1B0-0368-2563887E48A9}"/>
          </ac:picMkLst>
        </pc:picChg>
      </pc:sldChg>
      <pc:sldChg chg="modSp new mod">
        <pc:chgData name="Jyoshna Narapareddy" userId="3ed403cb54168935" providerId="LiveId" clId="{F07CE3B0-EE15-440C-B282-9D6EF3A8DAD8}" dt="2025-04-29T03:04:49.769" v="1758" actId="20577"/>
        <pc:sldMkLst>
          <pc:docMk/>
          <pc:sldMk cId="3835471200" sldId="262"/>
        </pc:sldMkLst>
        <pc:spChg chg="mod">
          <ac:chgData name="Jyoshna Narapareddy" userId="3ed403cb54168935" providerId="LiveId" clId="{F07CE3B0-EE15-440C-B282-9D6EF3A8DAD8}" dt="2025-04-29T03:01:26.445" v="1736" actId="122"/>
          <ac:spMkLst>
            <pc:docMk/>
            <pc:sldMk cId="3835471200" sldId="262"/>
            <ac:spMk id="2" creationId="{CF97D72E-8B78-5D28-D011-6D3446EDC4DC}"/>
          </ac:spMkLst>
        </pc:spChg>
        <pc:spChg chg="mod">
          <ac:chgData name="Jyoshna Narapareddy" userId="3ed403cb54168935" providerId="LiveId" clId="{F07CE3B0-EE15-440C-B282-9D6EF3A8DAD8}" dt="2025-04-29T03:04:49.769" v="1758" actId="20577"/>
          <ac:spMkLst>
            <pc:docMk/>
            <pc:sldMk cId="3835471200" sldId="262"/>
            <ac:spMk id="3" creationId="{368FA65E-29E4-1E53-3B3B-44D89EB582AC}"/>
          </ac:spMkLst>
        </pc:spChg>
      </pc:sldChg>
      <pc:sldChg chg="addSp delSp modSp new mod setBg">
        <pc:chgData name="Jyoshna Narapareddy" userId="3ed403cb54168935" providerId="LiveId" clId="{F07CE3B0-EE15-440C-B282-9D6EF3A8DAD8}" dt="2025-04-29T03:11:56.834" v="1875" actId="26606"/>
        <pc:sldMkLst>
          <pc:docMk/>
          <pc:sldMk cId="4213592062" sldId="263"/>
        </pc:sldMkLst>
        <pc:spChg chg="mod">
          <ac:chgData name="Jyoshna Narapareddy" userId="3ed403cb54168935" providerId="LiveId" clId="{F07CE3B0-EE15-440C-B282-9D6EF3A8DAD8}" dt="2025-04-29T03:11:56.834" v="1875" actId="26606"/>
          <ac:spMkLst>
            <pc:docMk/>
            <pc:sldMk cId="4213592062" sldId="263"/>
            <ac:spMk id="2" creationId="{85421CA5-16A1-9B3E-095A-EE169E3A6695}"/>
          </ac:spMkLst>
        </pc:spChg>
        <pc:spChg chg="del mod">
          <ac:chgData name="Jyoshna Narapareddy" userId="3ed403cb54168935" providerId="LiveId" clId="{F07CE3B0-EE15-440C-B282-9D6EF3A8DAD8}" dt="2025-04-29T03:09:26.515" v="1827"/>
          <ac:spMkLst>
            <pc:docMk/>
            <pc:sldMk cId="4213592062" sldId="263"/>
            <ac:spMk id="3" creationId="{B9BA71C9-5FF3-9C06-1356-3D3CBAA84BD8}"/>
          </ac:spMkLst>
        </pc:spChg>
        <pc:spChg chg="add del mod">
          <ac:chgData name="Jyoshna Narapareddy" userId="3ed403cb54168935" providerId="LiveId" clId="{F07CE3B0-EE15-440C-B282-9D6EF3A8DAD8}" dt="2025-04-29T03:11:56.834" v="1875" actId="26606"/>
          <ac:spMkLst>
            <pc:docMk/>
            <pc:sldMk cId="4213592062" sldId="263"/>
            <ac:spMk id="4" creationId="{52DD4F17-8935-2451-8DD8-C5C40A4F2B3A}"/>
          </ac:spMkLst>
        </pc:spChg>
        <pc:spChg chg="add del">
          <ac:chgData name="Jyoshna Narapareddy" userId="3ed403cb54168935" providerId="LiveId" clId="{F07CE3B0-EE15-440C-B282-9D6EF3A8DAD8}" dt="2025-04-29T03:11:53.684" v="1872" actId="26606"/>
          <ac:spMkLst>
            <pc:docMk/>
            <pc:sldMk cId="4213592062" sldId="263"/>
            <ac:spMk id="10" creationId="{2BFB0E95-9CAE-4968-A118-2B9F7C8BBBEC}"/>
          </ac:spMkLst>
        </pc:spChg>
        <pc:spChg chg="add del">
          <ac:chgData name="Jyoshna Narapareddy" userId="3ed403cb54168935" providerId="LiveId" clId="{F07CE3B0-EE15-440C-B282-9D6EF3A8DAD8}" dt="2025-04-29T03:11:53.684" v="1872" actId="26606"/>
          <ac:spMkLst>
            <pc:docMk/>
            <pc:sldMk cId="4213592062" sldId="263"/>
            <ac:spMk id="12" creationId="{90BBC371-361C-45F7-9235-C3252E336B5B}"/>
          </ac:spMkLst>
        </pc:spChg>
        <pc:spChg chg="add del">
          <ac:chgData name="Jyoshna Narapareddy" userId="3ed403cb54168935" providerId="LiveId" clId="{F07CE3B0-EE15-440C-B282-9D6EF3A8DAD8}" dt="2025-04-29T03:11:53.684" v="1872" actId="26606"/>
          <ac:spMkLst>
            <pc:docMk/>
            <pc:sldMk cId="4213592062" sldId="263"/>
            <ac:spMk id="14" creationId="{4172FA92-6FD3-495F-95A0-4FD85861D89C}"/>
          </ac:spMkLst>
        </pc:spChg>
        <pc:spChg chg="add del">
          <ac:chgData name="Jyoshna Narapareddy" userId="3ed403cb54168935" providerId="LiveId" clId="{F07CE3B0-EE15-440C-B282-9D6EF3A8DAD8}" dt="2025-04-29T03:11:56.797" v="1874" actId="26606"/>
          <ac:spMkLst>
            <pc:docMk/>
            <pc:sldMk cId="4213592062" sldId="263"/>
            <ac:spMk id="16" creationId="{2BFB0E95-9CAE-4968-A118-2B9F7C8BBBEC}"/>
          </ac:spMkLst>
        </pc:spChg>
        <pc:spChg chg="add del">
          <ac:chgData name="Jyoshna Narapareddy" userId="3ed403cb54168935" providerId="LiveId" clId="{F07CE3B0-EE15-440C-B282-9D6EF3A8DAD8}" dt="2025-04-29T03:11:56.797" v="1874" actId="26606"/>
          <ac:spMkLst>
            <pc:docMk/>
            <pc:sldMk cId="4213592062" sldId="263"/>
            <ac:spMk id="17" creationId="{90BBC371-361C-45F7-9235-C3252E336B5B}"/>
          </ac:spMkLst>
        </pc:spChg>
        <pc:spChg chg="add del">
          <ac:chgData name="Jyoshna Narapareddy" userId="3ed403cb54168935" providerId="LiveId" clId="{F07CE3B0-EE15-440C-B282-9D6EF3A8DAD8}" dt="2025-04-29T03:11:56.797" v="1874" actId="26606"/>
          <ac:spMkLst>
            <pc:docMk/>
            <pc:sldMk cId="4213592062" sldId="263"/>
            <ac:spMk id="18" creationId="{4172FA92-6FD3-495F-95A0-4FD85861D89C}"/>
          </ac:spMkLst>
        </pc:spChg>
        <pc:spChg chg="add">
          <ac:chgData name="Jyoshna Narapareddy" userId="3ed403cb54168935" providerId="LiveId" clId="{F07CE3B0-EE15-440C-B282-9D6EF3A8DAD8}" dt="2025-04-29T03:11:56.834" v="1875" actId="26606"/>
          <ac:spMkLst>
            <pc:docMk/>
            <pc:sldMk cId="4213592062" sldId="263"/>
            <ac:spMk id="21" creationId="{2BFB0E95-9CAE-4968-A118-2B9F7C8BBBEC}"/>
          </ac:spMkLst>
        </pc:spChg>
        <pc:spChg chg="add">
          <ac:chgData name="Jyoshna Narapareddy" userId="3ed403cb54168935" providerId="LiveId" clId="{F07CE3B0-EE15-440C-B282-9D6EF3A8DAD8}" dt="2025-04-29T03:11:56.834" v="1875" actId="26606"/>
          <ac:spMkLst>
            <pc:docMk/>
            <pc:sldMk cId="4213592062" sldId="263"/>
            <ac:spMk id="22" creationId="{90BBC371-361C-45F7-9235-C3252E336B5B}"/>
          </ac:spMkLst>
        </pc:spChg>
        <pc:spChg chg="add">
          <ac:chgData name="Jyoshna Narapareddy" userId="3ed403cb54168935" providerId="LiveId" clId="{F07CE3B0-EE15-440C-B282-9D6EF3A8DAD8}" dt="2025-04-29T03:11:56.834" v="1875" actId="26606"/>
          <ac:spMkLst>
            <pc:docMk/>
            <pc:sldMk cId="4213592062" sldId="263"/>
            <ac:spMk id="23" creationId="{4172FA92-6FD3-495F-95A0-4FD85861D89C}"/>
          </ac:spMkLst>
        </pc:spChg>
        <pc:graphicFrameChg chg="add del">
          <ac:chgData name="Jyoshna Narapareddy" userId="3ed403cb54168935" providerId="LiveId" clId="{F07CE3B0-EE15-440C-B282-9D6EF3A8DAD8}" dt="2025-04-29T03:11:53.684" v="1872" actId="26606"/>
          <ac:graphicFrameMkLst>
            <pc:docMk/>
            <pc:sldMk cId="4213592062" sldId="263"/>
            <ac:graphicFrameMk id="6" creationId="{0A050D52-2F02-4881-FFD4-42529864256B}"/>
          </ac:graphicFrameMkLst>
        </pc:graphicFrameChg>
        <pc:graphicFrameChg chg="add del">
          <ac:chgData name="Jyoshna Narapareddy" userId="3ed403cb54168935" providerId="LiveId" clId="{F07CE3B0-EE15-440C-B282-9D6EF3A8DAD8}" dt="2025-04-29T03:11:56.797" v="1874" actId="26606"/>
          <ac:graphicFrameMkLst>
            <pc:docMk/>
            <pc:sldMk cId="4213592062" sldId="263"/>
            <ac:graphicFrameMk id="19" creationId="{318CB8C3-E605-6AFB-D347-3C0355256524}"/>
          </ac:graphicFrameMkLst>
        </pc:graphicFrameChg>
        <pc:graphicFrameChg chg="add">
          <ac:chgData name="Jyoshna Narapareddy" userId="3ed403cb54168935" providerId="LiveId" clId="{F07CE3B0-EE15-440C-B282-9D6EF3A8DAD8}" dt="2025-04-29T03:11:56.834" v="1875" actId="26606"/>
          <ac:graphicFrameMkLst>
            <pc:docMk/>
            <pc:sldMk cId="4213592062" sldId="263"/>
            <ac:graphicFrameMk id="24" creationId="{0A050D52-2F02-4881-FFD4-42529864256B}"/>
          </ac:graphicFrameMkLst>
        </pc:graphicFrameChg>
      </pc:sldChg>
      <pc:sldChg chg="addSp delSp modSp new mod setBg addAnim">
        <pc:chgData name="Jyoshna Narapareddy" userId="3ed403cb54168935" providerId="LiveId" clId="{F07CE3B0-EE15-440C-B282-9D6EF3A8DAD8}" dt="2025-04-29T03:13:35.777" v="1905" actId="255"/>
        <pc:sldMkLst>
          <pc:docMk/>
          <pc:sldMk cId="1696985392" sldId="264"/>
        </pc:sldMkLst>
        <pc:spChg chg="mod">
          <ac:chgData name="Jyoshna Narapareddy" userId="3ed403cb54168935" providerId="LiveId" clId="{F07CE3B0-EE15-440C-B282-9D6EF3A8DAD8}" dt="2025-04-29T03:13:35.777" v="1905" actId="255"/>
          <ac:spMkLst>
            <pc:docMk/>
            <pc:sldMk cId="1696985392" sldId="264"/>
            <ac:spMk id="2" creationId="{A7065E76-E548-18B3-4543-A4B28796D3AD}"/>
          </ac:spMkLst>
        </pc:spChg>
        <pc:spChg chg="del">
          <ac:chgData name="Jyoshna Narapareddy" userId="3ed403cb54168935" providerId="LiveId" clId="{F07CE3B0-EE15-440C-B282-9D6EF3A8DAD8}" dt="2025-04-29T03:13:07.180" v="1902" actId="26606"/>
          <ac:spMkLst>
            <pc:docMk/>
            <pc:sldMk cId="1696985392" sldId="264"/>
            <ac:spMk id="3" creationId="{838A87C5-1A76-6857-E281-3DD9D0D138CB}"/>
          </ac:spMkLst>
        </pc:spChg>
        <pc:spChg chg="add del">
          <ac:chgData name="Jyoshna Narapareddy" userId="3ed403cb54168935" providerId="LiveId" clId="{F07CE3B0-EE15-440C-B282-9D6EF3A8DAD8}" dt="2025-04-29T03:13:26.605" v="1903" actId="26606"/>
          <ac:spMkLst>
            <pc:docMk/>
            <pc:sldMk cId="1696985392" sldId="264"/>
            <ac:spMk id="8" creationId="{09646535-AEF6-4883-A4F9-EEC1F8B4319E}"/>
          </ac:spMkLst>
        </pc:spChg>
        <pc:spChg chg="add del">
          <ac:chgData name="Jyoshna Narapareddy" userId="3ed403cb54168935" providerId="LiveId" clId="{F07CE3B0-EE15-440C-B282-9D6EF3A8DAD8}" dt="2025-04-29T03:13:26.605" v="1903" actId="26606"/>
          <ac:spMkLst>
            <pc:docMk/>
            <pc:sldMk cId="1696985392" sldId="264"/>
            <ac:spMk id="10" creationId="{DB7EFF05-A8DA-4B3E-9C21-7A04283D4852}"/>
          </ac:spMkLst>
        </pc:spChg>
        <pc:spChg chg="add">
          <ac:chgData name="Jyoshna Narapareddy" userId="3ed403cb54168935" providerId="LiveId" clId="{F07CE3B0-EE15-440C-B282-9D6EF3A8DAD8}" dt="2025-04-29T03:13:07.180" v="1902" actId="26606"/>
          <ac:spMkLst>
            <pc:docMk/>
            <pc:sldMk cId="1696985392" sldId="264"/>
            <ac:spMk id="12" creationId="{44CA1620-2C02-4B4E-97C8-06FCE85EEB0E}"/>
          </ac:spMkLst>
        </pc:spChg>
        <pc:spChg chg="add del">
          <ac:chgData name="Jyoshna Narapareddy" userId="3ed403cb54168935" providerId="LiveId" clId="{F07CE3B0-EE15-440C-B282-9D6EF3A8DAD8}" dt="2025-04-29T03:13:26.605" v="1903" actId="26606"/>
          <ac:spMkLst>
            <pc:docMk/>
            <pc:sldMk cId="1696985392" sldId="264"/>
            <ac:spMk id="14" creationId="{3657DE79-27F8-4881-BE3B-5321D1801425}"/>
          </ac:spMkLst>
        </pc:spChg>
        <pc:spChg chg="add del">
          <ac:chgData name="Jyoshna Narapareddy" userId="3ed403cb54168935" providerId="LiveId" clId="{F07CE3B0-EE15-440C-B282-9D6EF3A8DAD8}" dt="2025-04-29T03:13:26.605" v="1903" actId="26606"/>
          <ac:spMkLst>
            <pc:docMk/>
            <pc:sldMk cId="1696985392" sldId="264"/>
            <ac:spMk id="24" creationId="{085AB271-571D-4C19-9FCC-C760834A8937}"/>
          </ac:spMkLst>
        </pc:spChg>
        <pc:spChg chg="add">
          <ac:chgData name="Jyoshna Narapareddy" userId="3ed403cb54168935" providerId="LiveId" clId="{F07CE3B0-EE15-440C-B282-9D6EF3A8DAD8}" dt="2025-04-29T03:13:26.605" v="1903" actId="26606"/>
          <ac:spMkLst>
            <pc:docMk/>
            <pc:sldMk cId="1696985392" sldId="264"/>
            <ac:spMk id="29" creationId="{09646535-AEF6-4883-A4F9-EEC1F8B4319E}"/>
          </ac:spMkLst>
        </pc:spChg>
        <pc:spChg chg="add">
          <ac:chgData name="Jyoshna Narapareddy" userId="3ed403cb54168935" providerId="LiveId" clId="{F07CE3B0-EE15-440C-B282-9D6EF3A8DAD8}" dt="2025-04-29T03:13:26.605" v="1903" actId="26606"/>
          <ac:spMkLst>
            <pc:docMk/>
            <pc:sldMk cId="1696985392" sldId="264"/>
            <ac:spMk id="31" creationId="{DB7EFF05-A8DA-4B3E-9C21-7A04283D4852}"/>
          </ac:spMkLst>
        </pc:spChg>
        <pc:spChg chg="add">
          <ac:chgData name="Jyoshna Narapareddy" userId="3ed403cb54168935" providerId="LiveId" clId="{F07CE3B0-EE15-440C-B282-9D6EF3A8DAD8}" dt="2025-04-29T03:13:26.605" v="1903" actId="26606"/>
          <ac:spMkLst>
            <pc:docMk/>
            <pc:sldMk cId="1696985392" sldId="264"/>
            <ac:spMk id="33" creationId="{D690F001-2D75-4EFE-805F-3E6954B7565B}"/>
          </ac:spMkLst>
        </pc:spChg>
        <pc:spChg chg="add">
          <ac:chgData name="Jyoshna Narapareddy" userId="3ed403cb54168935" providerId="LiveId" clId="{F07CE3B0-EE15-440C-B282-9D6EF3A8DAD8}" dt="2025-04-29T03:13:26.605" v="1903" actId="26606"/>
          <ac:spMkLst>
            <pc:docMk/>
            <pc:sldMk cId="1696985392" sldId="264"/>
            <ac:spMk id="35" creationId="{8C6F7DA8-FD92-4ACF-9932-BF007E32A609}"/>
          </ac:spMkLst>
        </pc:spChg>
        <pc:spChg chg="add">
          <ac:chgData name="Jyoshna Narapareddy" userId="3ed403cb54168935" providerId="LiveId" clId="{F07CE3B0-EE15-440C-B282-9D6EF3A8DAD8}" dt="2025-04-29T03:13:26.605" v="1903" actId="26606"/>
          <ac:spMkLst>
            <pc:docMk/>
            <pc:sldMk cId="1696985392" sldId="264"/>
            <ac:spMk id="37" creationId="{4F76F7D6-E5D2-44FA-B1FA-A1A61DF18E88}"/>
          </ac:spMkLst>
        </pc:spChg>
        <pc:spChg chg="add">
          <ac:chgData name="Jyoshna Narapareddy" userId="3ed403cb54168935" providerId="LiveId" clId="{F07CE3B0-EE15-440C-B282-9D6EF3A8DAD8}" dt="2025-04-29T03:13:26.605" v="1903" actId="26606"/>
          <ac:spMkLst>
            <pc:docMk/>
            <pc:sldMk cId="1696985392" sldId="264"/>
            <ac:spMk id="39" creationId="{671E2FB4-7344-4400-973C-C4E1D46C1566}"/>
          </ac:spMkLst>
        </pc:spChg>
        <pc:grpChg chg="add">
          <ac:chgData name="Jyoshna Narapareddy" userId="3ed403cb54168935" providerId="LiveId" clId="{F07CE3B0-EE15-440C-B282-9D6EF3A8DAD8}" dt="2025-04-29T03:13:07.180" v="1902" actId="26606"/>
          <ac:grpSpMkLst>
            <pc:docMk/>
            <pc:sldMk cId="1696985392" sldId="264"/>
            <ac:grpSpMk id="16" creationId="{DB733608-1322-485D-B942-B827E6997F08}"/>
          </ac:grpSpMkLst>
        </pc:grpChg>
      </pc:sldChg>
      <pc:sldMasterChg chg="add del addSldLayout delSldLayout">
        <pc:chgData name="Jyoshna Narapareddy" userId="3ed403cb54168935" providerId="LiveId" clId="{F07CE3B0-EE15-440C-B282-9D6EF3A8DAD8}" dt="2025-04-29T02:03:10.100" v="687" actId="26606"/>
        <pc:sldMasterMkLst>
          <pc:docMk/>
          <pc:sldMasterMk cId="3979581055" sldId="2147483648"/>
        </pc:sldMasterMkLst>
        <pc:sldLayoutChg chg="add del">
          <pc:chgData name="Jyoshna Narapareddy" userId="3ed403cb54168935" providerId="LiveId" clId="{F07CE3B0-EE15-440C-B282-9D6EF3A8DAD8}" dt="2025-04-29T02:03:10.100" v="687" actId="26606"/>
          <pc:sldLayoutMkLst>
            <pc:docMk/>
            <pc:sldMasterMk cId="3979581055" sldId="2147483648"/>
            <pc:sldLayoutMk cId="4035970099" sldId="2147483649"/>
          </pc:sldLayoutMkLst>
        </pc:sldLayoutChg>
        <pc:sldLayoutChg chg="add del">
          <pc:chgData name="Jyoshna Narapareddy" userId="3ed403cb54168935" providerId="LiveId" clId="{F07CE3B0-EE15-440C-B282-9D6EF3A8DAD8}" dt="2025-04-29T02:03:10.100" v="687" actId="26606"/>
          <pc:sldLayoutMkLst>
            <pc:docMk/>
            <pc:sldMasterMk cId="3979581055" sldId="2147483648"/>
            <pc:sldLayoutMk cId="2315872217" sldId="2147483650"/>
          </pc:sldLayoutMkLst>
        </pc:sldLayoutChg>
        <pc:sldLayoutChg chg="add del">
          <pc:chgData name="Jyoshna Narapareddy" userId="3ed403cb54168935" providerId="LiveId" clId="{F07CE3B0-EE15-440C-B282-9D6EF3A8DAD8}" dt="2025-04-29T02:03:10.100" v="687" actId="26606"/>
          <pc:sldLayoutMkLst>
            <pc:docMk/>
            <pc:sldMasterMk cId="3979581055" sldId="2147483648"/>
            <pc:sldLayoutMk cId="461865017" sldId="2147483651"/>
          </pc:sldLayoutMkLst>
        </pc:sldLayoutChg>
        <pc:sldLayoutChg chg="add del">
          <pc:chgData name="Jyoshna Narapareddy" userId="3ed403cb54168935" providerId="LiveId" clId="{F07CE3B0-EE15-440C-B282-9D6EF3A8DAD8}" dt="2025-04-29T02:03:10.100" v="687" actId="26606"/>
          <pc:sldLayoutMkLst>
            <pc:docMk/>
            <pc:sldMasterMk cId="3979581055" sldId="2147483648"/>
            <pc:sldLayoutMk cId="2086938279" sldId="2147483652"/>
          </pc:sldLayoutMkLst>
        </pc:sldLayoutChg>
        <pc:sldLayoutChg chg="add del">
          <pc:chgData name="Jyoshna Narapareddy" userId="3ed403cb54168935" providerId="LiveId" clId="{F07CE3B0-EE15-440C-B282-9D6EF3A8DAD8}" dt="2025-04-29T02:03:10.100" v="687" actId="26606"/>
          <pc:sldLayoutMkLst>
            <pc:docMk/>
            <pc:sldMasterMk cId="3979581055" sldId="2147483648"/>
            <pc:sldLayoutMk cId="1942970602" sldId="2147483653"/>
          </pc:sldLayoutMkLst>
        </pc:sldLayoutChg>
        <pc:sldLayoutChg chg="add del">
          <pc:chgData name="Jyoshna Narapareddy" userId="3ed403cb54168935" providerId="LiveId" clId="{F07CE3B0-EE15-440C-B282-9D6EF3A8DAD8}" dt="2025-04-29T02:03:10.100" v="687" actId="26606"/>
          <pc:sldLayoutMkLst>
            <pc:docMk/>
            <pc:sldMasterMk cId="3979581055" sldId="2147483648"/>
            <pc:sldLayoutMk cId="2378385144" sldId="2147483654"/>
          </pc:sldLayoutMkLst>
        </pc:sldLayoutChg>
        <pc:sldLayoutChg chg="add del">
          <pc:chgData name="Jyoshna Narapareddy" userId="3ed403cb54168935" providerId="LiveId" clId="{F07CE3B0-EE15-440C-B282-9D6EF3A8DAD8}" dt="2025-04-29T02:03:10.100" v="687" actId="26606"/>
          <pc:sldLayoutMkLst>
            <pc:docMk/>
            <pc:sldMasterMk cId="3979581055" sldId="2147483648"/>
            <pc:sldLayoutMk cId="1034749608" sldId="2147483655"/>
          </pc:sldLayoutMkLst>
        </pc:sldLayoutChg>
        <pc:sldLayoutChg chg="add del">
          <pc:chgData name="Jyoshna Narapareddy" userId="3ed403cb54168935" providerId="LiveId" clId="{F07CE3B0-EE15-440C-B282-9D6EF3A8DAD8}" dt="2025-04-29T02:03:10.100" v="687" actId="26606"/>
          <pc:sldLayoutMkLst>
            <pc:docMk/>
            <pc:sldMasterMk cId="3979581055" sldId="2147483648"/>
            <pc:sldLayoutMk cId="2196249865" sldId="2147483656"/>
          </pc:sldLayoutMkLst>
        </pc:sldLayoutChg>
        <pc:sldLayoutChg chg="add del">
          <pc:chgData name="Jyoshna Narapareddy" userId="3ed403cb54168935" providerId="LiveId" clId="{F07CE3B0-EE15-440C-B282-9D6EF3A8DAD8}" dt="2025-04-29T02:03:10.100" v="687" actId="26606"/>
          <pc:sldLayoutMkLst>
            <pc:docMk/>
            <pc:sldMasterMk cId="3979581055" sldId="2147483648"/>
            <pc:sldLayoutMk cId="470914785" sldId="2147483657"/>
          </pc:sldLayoutMkLst>
        </pc:sldLayoutChg>
        <pc:sldLayoutChg chg="add del">
          <pc:chgData name="Jyoshna Narapareddy" userId="3ed403cb54168935" providerId="LiveId" clId="{F07CE3B0-EE15-440C-B282-9D6EF3A8DAD8}" dt="2025-04-29T02:03:10.100" v="687" actId="26606"/>
          <pc:sldLayoutMkLst>
            <pc:docMk/>
            <pc:sldMasterMk cId="3979581055" sldId="2147483648"/>
            <pc:sldLayoutMk cId="748355122" sldId="2147483658"/>
          </pc:sldLayoutMkLst>
        </pc:sldLayoutChg>
        <pc:sldLayoutChg chg="add del">
          <pc:chgData name="Jyoshna Narapareddy" userId="3ed403cb54168935" providerId="LiveId" clId="{F07CE3B0-EE15-440C-B282-9D6EF3A8DAD8}" dt="2025-04-29T02:03:10.100" v="687" actId="26606"/>
          <pc:sldLayoutMkLst>
            <pc:docMk/>
            <pc:sldMasterMk cId="3979581055" sldId="2147483648"/>
            <pc:sldLayoutMk cId="4293530798" sldId="2147483659"/>
          </pc:sldLayoutMkLst>
        </pc:sldLayoutChg>
      </pc:sldMasterChg>
      <pc:sldMasterChg chg="add del addSldLayout delSldLayout">
        <pc:chgData name="Jyoshna Narapareddy" userId="3ed403cb54168935" providerId="LiveId" clId="{F07CE3B0-EE15-440C-B282-9D6EF3A8DAD8}" dt="2025-04-29T02:03:10.053" v="686" actId="26606"/>
        <pc:sldMasterMkLst>
          <pc:docMk/>
          <pc:sldMasterMk cId="252857944" sldId="2147483699"/>
        </pc:sldMasterMkLst>
        <pc:sldLayoutChg chg="add del">
          <pc:chgData name="Jyoshna Narapareddy" userId="3ed403cb54168935" providerId="LiveId" clId="{F07CE3B0-EE15-440C-B282-9D6EF3A8DAD8}" dt="2025-04-29T02:03:10.053" v="686" actId="26606"/>
          <pc:sldLayoutMkLst>
            <pc:docMk/>
            <pc:sldMasterMk cId="252857944" sldId="2147483699"/>
            <pc:sldLayoutMk cId="3120591480" sldId="2147483688"/>
          </pc:sldLayoutMkLst>
        </pc:sldLayoutChg>
        <pc:sldLayoutChg chg="add del">
          <pc:chgData name="Jyoshna Narapareddy" userId="3ed403cb54168935" providerId="LiveId" clId="{F07CE3B0-EE15-440C-B282-9D6EF3A8DAD8}" dt="2025-04-29T02:03:10.053" v="686" actId="26606"/>
          <pc:sldLayoutMkLst>
            <pc:docMk/>
            <pc:sldMasterMk cId="252857944" sldId="2147483699"/>
            <pc:sldLayoutMk cId="1851857154" sldId="2147483689"/>
          </pc:sldLayoutMkLst>
        </pc:sldLayoutChg>
        <pc:sldLayoutChg chg="add del">
          <pc:chgData name="Jyoshna Narapareddy" userId="3ed403cb54168935" providerId="LiveId" clId="{F07CE3B0-EE15-440C-B282-9D6EF3A8DAD8}" dt="2025-04-29T02:03:10.053" v="686" actId="26606"/>
          <pc:sldLayoutMkLst>
            <pc:docMk/>
            <pc:sldMasterMk cId="252857944" sldId="2147483699"/>
            <pc:sldLayoutMk cId="1947049085" sldId="2147483690"/>
          </pc:sldLayoutMkLst>
        </pc:sldLayoutChg>
        <pc:sldLayoutChg chg="add del">
          <pc:chgData name="Jyoshna Narapareddy" userId="3ed403cb54168935" providerId="LiveId" clId="{F07CE3B0-EE15-440C-B282-9D6EF3A8DAD8}" dt="2025-04-29T02:03:10.053" v="686" actId="26606"/>
          <pc:sldLayoutMkLst>
            <pc:docMk/>
            <pc:sldMasterMk cId="252857944" sldId="2147483699"/>
            <pc:sldLayoutMk cId="1549892952" sldId="2147483691"/>
          </pc:sldLayoutMkLst>
        </pc:sldLayoutChg>
        <pc:sldLayoutChg chg="add del">
          <pc:chgData name="Jyoshna Narapareddy" userId="3ed403cb54168935" providerId="LiveId" clId="{F07CE3B0-EE15-440C-B282-9D6EF3A8DAD8}" dt="2025-04-29T02:03:10.053" v="686" actId="26606"/>
          <pc:sldLayoutMkLst>
            <pc:docMk/>
            <pc:sldMasterMk cId="252857944" sldId="2147483699"/>
            <pc:sldLayoutMk cId="893854712" sldId="2147483692"/>
          </pc:sldLayoutMkLst>
        </pc:sldLayoutChg>
        <pc:sldLayoutChg chg="add del">
          <pc:chgData name="Jyoshna Narapareddy" userId="3ed403cb54168935" providerId="LiveId" clId="{F07CE3B0-EE15-440C-B282-9D6EF3A8DAD8}" dt="2025-04-29T02:03:10.053" v="686" actId="26606"/>
          <pc:sldLayoutMkLst>
            <pc:docMk/>
            <pc:sldMasterMk cId="252857944" sldId="2147483699"/>
            <pc:sldLayoutMk cId="2780314743" sldId="2147483693"/>
          </pc:sldLayoutMkLst>
        </pc:sldLayoutChg>
        <pc:sldLayoutChg chg="add del">
          <pc:chgData name="Jyoshna Narapareddy" userId="3ed403cb54168935" providerId="LiveId" clId="{F07CE3B0-EE15-440C-B282-9D6EF3A8DAD8}" dt="2025-04-29T02:03:10.053" v="686" actId="26606"/>
          <pc:sldLayoutMkLst>
            <pc:docMk/>
            <pc:sldMasterMk cId="252857944" sldId="2147483699"/>
            <pc:sldLayoutMk cId="2472468580" sldId="2147483694"/>
          </pc:sldLayoutMkLst>
        </pc:sldLayoutChg>
        <pc:sldLayoutChg chg="add del">
          <pc:chgData name="Jyoshna Narapareddy" userId="3ed403cb54168935" providerId="LiveId" clId="{F07CE3B0-EE15-440C-B282-9D6EF3A8DAD8}" dt="2025-04-29T02:03:10.053" v="686" actId="26606"/>
          <pc:sldLayoutMkLst>
            <pc:docMk/>
            <pc:sldMasterMk cId="252857944" sldId="2147483699"/>
            <pc:sldLayoutMk cId="2587032701" sldId="2147483695"/>
          </pc:sldLayoutMkLst>
        </pc:sldLayoutChg>
        <pc:sldLayoutChg chg="add del">
          <pc:chgData name="Jyoshna Narapareddy" userId="3ed403cb54168935" providerId="LiveId" clId="{F07CE3B0-EE15-440C-B282-9D6EF3A8DAD8}" dt="2025-04-29T02:03:10.053" v="686" actId="26606"/>
          <pc:sldLayoutMkLst>
            <pc:docMk/>
            <pc:sldMasterMk cId="252857944" sldId="2147483699"/>
            <pc:sldLayoutMk cId="1403499200" sldId="2147483696"/>
          </pc:sldLayoutMkLst>
        </pc:sldLayoutChg>
        <pc:sldLayoutChg chg="add del">
          <pc:chgData name="Jyoshna Narapareddy" userId="3ed403cb54168935" providerId="LiveId" clId="{F07CE3B0-EE15-440C-B282-9D6EF3A8DAD8}" dt="2025-04-29T02:03:10.053" v="686" actId="26606"/>
          <pc:sldLayoutMkLst>
            <pc:docMk/>
            <pc:sldMasterMk cId="252857944" sldId="2147483699"/>
            <pc:sldLayoutMk cId="1878606663" sldId="2147483697"/>
          </pc:sldLayoutMkLst>
        </pc:sldLayoutChg>
        <pc:sldLayoutChg chg="add del">
          <pc:chgData name="Jyoshna Narapareddy" userId="3ed403cb54168935" providerId="LiveId" clId="{F07CE3B0-EE15-440C-B282-9D6EF3A8DAD8}" dt="2025-04-29T02:03:10.053" v="686" actId="26606"/>
          <pc:sldLayoutMkLst>
            <pc:docMk/>
            <pc:sldMasterMk cId="252857944" sldId="2147483699"/>
            <pc:sldLayoutMk cId="2497010011" sldId="2147483698"/>
          </pc:sldLayoutMkLst>
        </pc:sldLayoutChg>
      </pc:sldMasterChg>
      <pc:sldMasterChg chg="add del addSldLayout delSldLayout">
        <pc:chgData name="Jyoshna Narapareddy" userId="3ed403cb54168935" providerId="LiveId" clId="{F07CE3B0-EE15-440C-B282-9D6EF3A8DAD8}" dt="2025-04-29T02:03:33.927" v="690" actId="26606"/>
        <pc:sldMasterMkLst>
          <pc:docMk/>
          <pc:sldMasterMk cId="1864578836" sldId="2147483725"/>
        </pc:sldMasterMkLst>
        <pc:sldLayoutChg chg="add del">
          <pc:chgData name="Jyoshna Narapareddy" userId="3ed403cb54168935" providerId="LiveId" clId="{F07CE3B0-EE15-440C-B282-9D6EF3A8DAD8}" dt="2025-04-29T02:03:33.927" v="690" actId="26606"/>
          <pc:sldLayoutMkLst>
            <pc:docMk/>
            <pc:sldMasterMk cId="1864578836" sldId="2147483725"/>
            <pc:sldLayoutMk cId="754847071" sldId="2147483714"/>
          </pc:sldLayoutMkLst>
        </pc:sldLayoutChg>
        <pc:sldLayoutChg chg="add del">
          <pc:chgData name="Jyoshna Narapareddy" userId="3ed403cb54168935" providerId="LiveId" clId="{F07CE3B0-EE15-440C-B282-9D6EF3A8DAD8}" dt="2025-04-29T02:03:33.927" v="690" actId="26606"/>
          <pc:sldLayoutMkLst>
            <pc:docMk/>
            <pc:sldMasterMk cId="1864578836" sldId="2147483725"/>
            <pc:sldLayoutMk cId="2416182137" sldId="2147483715"/>
          </pc:sldLayoutMkLst>
        </pc:sldLayoutChg>
        <pc:sldLayoutChg chg="add del">
          <pc:chgData name="Jyoshna Narapareddy" userId="3ed403cb54168935" providerId="LiveId" clId="{F07CE3B0-EE15-440C-B282-9D6EF3A8DAD8}" dt="2025-04-29T02:03:33.927" v="690" actId="26606"/>
          <pc:sldLayoutMkLst>
            <pc:docMk/>
            <pc:sldMasterMk cId="1864578836" sldId="2147483725"/>
            <pc:sldLayoutMk cId="3530941627" sldId="2147483716"/>
          </pc:sldLayoutMkLst>
        </pc:sldLayoutChg>
        <pc:sldLayoutChg chg="add del">
          <pc:chgData name="Jyoshna Narapareddy" userId="3ed403cb54168935" providerId="LiveId" clId="{F07CE3B0-EE15-440C-B282-9D6EF3A8DAD8}" dt="2025-04-29T02:03:33.927" v="690" actId="26606"/>
          <pc:sldLayoutMkLst>
            <pc:docMk/>
            <pc:sldMasterMk cId="1864578836" sldId="2147483725"/>
            <pc:sldLayoutMk cId="4274061916" sldId="2147483717"/>
          </pc:sldLayoutMkLst>
        </pc:sldLayoutChg>
        <pc:sldLayoutChg chg="add del">
          <pc:chgData name="Jyoshna Narapareddy" userId="3ed403cb54168935" providerId="LiveId" clId="{F07CE3B0-EE15-440C-B282-9D6EF3A8DAD8}" dt="2025-04-29T02:03:33.927" v="690" actId="26606"/>
          <pc:sldLayoutMkLst>
            <pc:docMk/>
            <pc:sldMasterMk cId="1864578836" sldId="2147483725"/>
            <pc:sldLayoutMk cId="4197503573" sldId="2147483718"/>
          </pc:sldLayoutMkLst>
        </pc:sldLayoutChg>
        <pc:sldLayoutChg chg="add del">
          <pc:chgData name="Jyoshna Narapareddy" userId="3ed403cb54168935" providerId="LiveId" clId="{F07CE3B0-EE15-440C-B282-9D6EF3A8DAD8}" dt="2025-04-29T02:03:33.927" v="690" actId="26606"/>
          <pc:sldLayoutMkLst>
            <pc:docMk/>
            <pc:sldMasterMk cId="1864578836" sldId="2147483725"/>
            <pc:sldLayoutMk cId="2209727904" sldId="2147483719"/>
          </pc:sldLayoutMkLst>
        </pc:sldLayoutChg>
        <pc:sldLayoutChg chg="add del">
          <pc:chgData name="Jyoshna Narapareddy" userId="3ed403cb54168935" providerId="LiveId" clId="{F07CE3B0-EE15-440C-B282-9D6EF3A8DAD8}" dt="2025-04-29T02:03:33.927" v="690" actId="26606"/>
          <pc:sldLayoutMkLst>
            <pc:docMk/>
            <pc:sldMasterMk cId="1864578836" sldId="2147483725"/>
            <pc:sldLayoutMk cId="2551370618" sldId="2147483720"/>
          </pc:sldLayoutMkLst>
        </pc:sldLayoutChg>
        <pc:sldLayoutChg chg="add del">
          <pc:chgData name="Jyoshna Narapareddy" userId="3ed403cb54168935" providerId="LiveId" clId="{F07CE3B0-EE15-440C-B282-9D6EF3A8DAD8}" dt="2025-04-29T02:03:33.927" v="690" actId="26606"/>
          <pc:sldLayoutMkLst>
            <pc:docMk/>
            <pc:sldMasterMk cId="1864578836" sldId="2147483725"/>
            <pc:sldLayoutMk cId="4046643336" sldId="2147483721"/>
          </pc:sldLayoutMkLst>
        </pc:sldLayoutChg>
        <pc:sldLayoutChg chg="add del">
          <pc:chgData name="Jyoshna Narapareddy" userId="3ed403cb54168935" providerId="LiveId" clId="{F07CE3B0-EE15-440C-B282-9D6EF3A8DAD8}" dt="2025-04-29T02:03:33.927" v="690" actId="26606"/>
          <pc:sldLayoutMkLst>
            <pc:docMk/>
            <pc:sldMasterMk cId="1864578836" sldId="2147483725"/>
            <pc:sldLayoutMk cId="526795994" sldId="2147483722"/>
          </pc:sldLayoutMkLst>
        </pc:sldLayoutChg>
        <pc:sldLayoutChg chg="add del">
          <pc:chgData name="Jyoshna Narapareddy" userId="3ed403cb54168935" providerId="LiveId" clId="{F07CE3B0-EE15-440C-B282-9D6EF3A8DAD8}" dt="2025-04-29T02:03:33.927" v="690" actId="26606"/>
          <pc:sldLayoutMkLst>
            <pc:docMk/>
            <pc:sldMasterMk cId="1864578836" sldId="2147483725"/>
            <pc:sldLayoutMk cId="448235002" sldId="2147483723"/>
          </pc:sldLayoutMkLst>
        </pc:sldLayoutChg>
        <pc:sldLayoutChg chg="add del">
          <pc:chgData name="Jyoshna Narapareddy" userId="3ed403cb54168935" providerId="LiveId" clId="{F07CE3B0-EE15-440C-B282-9D6EF3A8DAD8}" dt="2025-04-29T02:03:33.927" v="690" actId="26606"/>
          <pc:sldLayoutMkLst>
            <pc:docMk/>
            <pc:sldMasterMk cId="1864578836" sldId="2147483725"/>
            <pc:sldLayoutMk cId="1695685304" sldId="2147483724"/>
          </pc:sldLayoutMkLst>
        </pc:sldLayoutChg>
      </pc:sldMasterChg>
      <pc:sldMasterChg chg="add addSldLayout">
        <pc:chgData name="Jyoshna Narapareddy" userId="3ed403cb54168935" providerId="LiveId" clId="{F07CE3B0-EE15-440C-B282-9D6EF3A8DAD8}" dt="2025-04-29T02:03:33.927" v="690" actId="26606"/>
        <pc:sldMasterMkLst>
          <pc:docMk/>
          <pc:sldMasterMk cId="2546584837" sldId="2147483827"/>
        </pc:sldMasterMkLst>
        <pc:sldLayoutChg chg="add">
          <pc:chgData name="Jyoshna Narapareddy" userId="3ed403cb54168935" providerId="LiveId" clId="{F07CE3B0-EE15-440C-B282-9D6EF3A8DAD8}" dt="2025-04-29T02:03:33.927" v="690" actId="26606"/>
          <pc:sldLayoutMkLst>
            <pc:docMk/>
            <pc:sldMasterMk cId="2546584837" sldId="2147483827"/>
            <pc:sldLayoutMk cId="3142651541" sldId="2147483816"/>
          </pc:sldLayoutMkLst>
        </pc:sldLayoutChg>
        <pc:sldLayoutChg chg="add">
          <pc:chgData name="Jyoshna Narapareddy" userId="3ed403cb54168935" providerId="LiveId" clId="{F07CE3B0-EE15-440C-B282-9D6EF3A8DAD8}" dt="2025-04-29T02:03:33.927" v="690" actId="26606"/>
          <pc:sldLayoutMkLst>
            <pc:docMk/>
            <pc:sldMasterMk cId="2546584837" sldId="2147483827"/>
            <pc:sldLayoutMk cId="13775515" sldId="2147483817"/>
          </pc:sldLayoutMkLst>
        </pc:sldLayoutChg>
        <pc:sldLayoutChg chg="add">
          <pc:chgData name="Jyoshna Narapareddy" userId="3ed403cb54168935" providerId="LiveId" clId="{F07CE3B0-EE15-440C-B282-9D6EF3A8DAD8}" dt="2025-04-29T02:03:33.927" v="690" actId="26606"/>
          <pc:sldLayoutMkLst>
            <pc:docMk/>
            <pc:sldMasterMk cId="2546584837" sldId="2147483827"/>
            <pc:sldLayoutMk cId="3691573368" sldId="2147483818"/>
          </pc:sldLayoutMkLst>
        </pc:sldLayoutChg>
        <pc:sldLayoutChg chg="add">
          <pc:chgData name="Jyoshna Narapareddy" userId="3ed403cb54168935" providerId="LiveId" clId="{F07CE3B0-EE15-440C-B282-9D6EF3A8DAD8}" dt="2025-04-29T02:03:33.927" v="690" actId="26606"/>
          <pc:sldLayoutMkLst>
            <pc:docMk/>
            <pc:sldMasterMk cId="2546584837" sldId="2147483827"/>
            <pc:sldLayoutMk cId="209376504" sldId="2147483819"/>
          </pc:sldLayoutMkLst>
        </pc:sldLayoutChg>
        <pc:sldLayoutChg chg="add">
          <pc:chgData name="Jyoshna Narapareddy" userId="3ed403cb54168935" providerId="LiveId" clId="{F07CE3B0-EE15-440C-B282-9D6EF3A8DAD8}" dt="2025-04-29T02:03:33.927" v="690" actId="26606"/>
          <pc:sldLayoutMkLst>
            <pc:docMk/>
            <pc:sldMasterMk cId="2546584837" sldId="2147483827"/>
            <pc:sldLayoutMk cId="2088070286" sldId="2147483820"/>
          </pc:sldLayoutMkLst>
        </pc:sldLayoutChg>
        <pc:sldLayoutChg chg="add">
          <pc:chgData name="Jyoshna Narapareddy" userId="3ed403cb54168935" providerId="LiveId" clId="{F07CE3B0-EE15-440C-B282-9D6EF3A8DAD8}" dt="2025-04-29T02:03:33.927" v="690" actId="26606"/>
          <pc:sldLayoutMkLst>
            <pc:docMk/>
            <pc:sldMasterMk cId="2546584837" sldId="2147483827"/>
            <pc:sldLayoutMk cId="3908239153" sldId="2147483821"/>
          </pc:sldLayoutMkLst>
        </pc:sldLayoutChg>
        <pc:sldLayoutChg chg="add">
          <pc:chgData name="Jyoshna Narapareddy" userId="3ed403cb54168935" providerId="LiveId" clId="{F07CE3B0-EE15-440C-B282-9D6EF3A8DAD8}" dt="2025-04-29T02:03:33.927" v="690" actId="26606"/>
          <pc:sldLayoutMkLst>
            <pc:docMk/>
            <pc:sldMasterMk cId="2546584837" sldId="2147483827"/>
            <pc:sldLayoutMk cId="465449720" sldId="2147483822"/>
          </pc:sldLayoutMkLst>
        </pc:sldLayoutChg>
        <pc:sldLayoutChg chg="add">
          <pc:chgData name="Jyoshna Narapareddy" userId="3ed403cb54168935" providerId="LiveId" clId="{F07CE3B0-EE15-440C-B282-9D6EF3A8DAD8}" dt="2025-04-29T02:03:33.927" v="690" actId="26606"/>
          <pc:sldLayoutMkLst>
            <pc:docMk/>
            <pc:sldMasterMk cId="2546584837" sldId="2147483827"/>
            <pc:sldLayoutMk cId="2517992798" sldId="2147483823"/>
          </pc:sldLayoutMkLst>
        </pc:sldLayoutChg>
        <pc:sldLayoutChg chg="add">
          <pc:chgData name="Jyoshna Narapareddy" userId="3ed403cb54168935" providerId="LiveId" clId="{F07CE3B0-EE15-440C-B282-9D6EF3A8DAD8}" dt="2025-04-29T02:03:33.927" v="690" actId="26606"/>
          <pc:sldLayoutMkLst>
            <pc:docMk/>
            <pc:sldMasterMk cId="2546584837" sldId="2147483827"/>
            <pc:sldLayoutMk cId="1317692223" sldId="2147483824"/>
          </pc:sldLayoutMkLst>
        </pc:sldLayoutChg>
        <pc:sldLayoutChg chg="add">
          <pc:chgData name="Jyoshna Narapareddy" userId="3ed403cb54168935" providerId="LiveId" clId="{F07CE3B0-EE15-440C-B282-9D6EF3A8DAD8}" dt="2025-04-29T02:03:33.927" v="690" actId="26606"/>
          <pc:sldLayoutMkLst>
            <pc:docMk/>
            <pc:sldMasterMk cId="2546584837" sldId="2147483827"/>
            <pc:sldLayoutMk cId="1180664512" sldId="2147483825"/>
          </pc:sldLayoutMkLst>
        </pc:sldLayoutChg>
        <pc:sldLayoutChg chg="add">
          <pc:chgData name="Jyoshna Narapareddy" userId="3ed403cb54168935" providerId="LiveId" clId="{F07CE3B0-EE15-440C-B282-9D6EF3A8DAD8}" dt="2025-04-29T02:03:33.927" v="690" actId="26606"/>
          <pc:sldLayoutMkLst>
            <pc:docMk/>
            <pc:sldMasterMk cId="2546584837" sldId="2147483827"/>
            <pc:sldLayoutMk cId="3807472818" sldId="2147483826"/>
          </pc:sldLayoutMkLst>
        </pc:sldLayoutChg>
      </pc:sldMasterChg>
    </pc:docChg>
  </pc:docChgLst>
</pc:chgInfo>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B0D24B7-0251-4B19-9BA1-367540237263}" type="doc">
      <dgm:prSet loTypeId="urn:microsoft.com/office/officeart/2016/7/layout/BasicLinearProcessNumbered" loCatId="process" qsTypeId="urn:microsoft.com/office/officeart/2005/8/quickstyle/simple3" qsCatId="simple" csTypeId="urn:microsoft.com/office/officeart/2005/8/colors/colorful2" csCatId="colorful"/>
      <dgm:spPr/>
      <dgm:t>
        <a:bodyPr/>
        <a:lstStyle/>
        <a:p>
          <a:endParaRPr lang="en-US"/>
        </a:p>
      </dgm:t>
    </dgm:pt>
    <dgm:pt modelId="{54D0D0C4-B06E-4C70-8AAD-56F6DD139E81}">
      <dgm:prSet/>
      <dgm:spPr/>
      <dgm:t>
        <a:bodyPr/>
        <a:lstStyle/>
        <a:p>
          <a:r>
            <a:rPr lang="en-US" i="0" baseline="0"/>
            <a:t>Address Weather Impacts:</a:t>
          </a:r>
          <a:br>
            <a:rPr lang="en-US" i="0" baseline="0"/>
          </a:br>
          <a:r>
            <a:rPr lang="en-US" i="0" baseline="0"/>
            <a:t>Prepare contingency plans for heavy snow periods to minimize ridership disruptions.</a:t>
          </a:r>
          <a:endParaRPr lang="en-US"/>
        </a:p>
      </dgm:t>
    </dgm:pt>
    <dgm:pt modelId="{A681551B-E94D-4938-8DDD-E91095E0DF56}" type="parTrans" cxnId="{6D43539D-9D75-41DA-B0F7-9F3AC193FC63}">
      <dgm:prSet/>
      <dgm:spPr/>
      <dgm:t>
        <a:bodyPr/>
        <a:lstStyle/>
        <a:p>
          <a:endParaRPr lang="en-US"/>
        </a:p>
      </dgm:t>
    </dgm:pt>
    <dgm:pt modelId="{B227C51D-24F4-406A-A097-EBF5675F5F8B}" type="sibTrans" cxnId="{6D43539D-9D75-41DA-B0F7-9F3AC193FC63}">
      <dgm:prSet phldrT="1" phldr="0"/>
      <dgm:spPr/>
      <dgm:t>
        <a:bodyPr/>
        <a:lstStyle/>
        <a:p>
          <a:r>
            <a:rPr lang="en-US"/>
            <a:t>1</a:t>
          </a:r>
        </a:p>
      </dgm:t>
    </dgm:pt>
    <dgm:pt modelId="{2EDCCBD7-498F-4F65-A014-5334F13ECEDB}">
      <dgm:prSet/>
      <dgm:spPr/>
      <dgm:t>
        <a:bodyPr/>
        <a:lstStyle/>
        <a:p>
          <a:r>
            <a:rPr lang="en-US" i="0" baseline="0"/>
            <a:t>Collaborate with Key Carriers:</a:t>
          </a:r>
          <a:br>
            <a:rPr lang="en-US" i="0" baseline="0"/>
          </a:br>
          <a:r>
            <a:rPr lang="en-US" i="0" baseline="0"/>
            <a:t>Strengthen partnerships with major carriers and support smaller ones to ensure service stability.</a:t>
          </a:r>
          <a:endParaRPr lang="en-US"/>
        </a:p>
      </dgm:t>
    </dgm:pt>
    <dgm:pt modelId="{D7210802-EF23-41AE-AD00-04ED62D984A6}" type="parTrans" cxnId="{C6FCE2BB-F840-4A0E-BBD6-54DB4642DC9D}">
      <dgm:prSet/>
      <dgm:spPr/>
      <dgm:t>
        <a:bodyPr/>
        <a:lstStyle/>
        <a:p>
          <a:endParaRPr lang="en-US"/>
        </a:p>
      </dgm:t>
    </dgm:pt>
    <dgm:pt modelId="{240ECA09-792F-42A6-8033-2F9C8FE9A441}" type="sibTrans" cxnId="{C6FCE2BB-F840-4A0E-BBD6-54DB4642DC9D}">
      <dgm:prSet phldrT="2" phldr="0"/>
      <dgm:spPr/>
      <dgm:t>
        <a:bodyPr/>
        <a:lstStyle/>
        <a:p>
          <a:r>
            <a:rPr lang="en-US"/>
            <a:t>2</a:t>
          </a:r>
        </a:p>
      </dgm:t>
    </dgm:pt>
    <dgm:pt modelId="{76E93AB1-50EC-4D3B-916A-83678A83312F}">
      <dgm:prSet/>
      <dgm:spPr/>
      <dgm:t>
        <a:bodyPr/>
        <a:lstStyle/>
        <a:p>
          <a:r>
            <a:rPr lang="en-US" i="0" baseline="0"/>
            <a:t>Plan Facility Expansions:</a:t>
          </a:r>
          <a:br>
            <a:rPr lang="en-US" i="0" baseline="0"/>
          </a:br>
          <a:r>
            <a:rPr lang="en-US" i="0" baseline="0"/>
            <a:t>Upgrade capacity at high-traffic hubs like Holland to meet rising demand through 2030.</a:t>
          </a:r>
          <a:endParaRPr lang="en-US"/>
        </a:p>
      </dgm:t>
    </dgm:pt>
    <dgm:pt modelId="{222C8B1F-CB40-4AB7-A5C2-25D08C7A877F}" type="parTrans" cxnId="{1AB1DE19-AEF0-43A7-85F2-CDECB825A91C}">
      <dgm:prSet/>
      <dgm:spPr/>
      <dgm:t>
        <a:bodyPr/>
        <a:lstStyle/>
        <a:p>
          <a:endParaRPr lang="en-US"/>
        </a:p>
      </dgm:t>
    </dgm:pt>
    <dgm:pt modelId="{50224259-EBB6-4342-AFED-075DA79BF7E1}" type="sibTrans" cxnId="{1AB1DE19-AEF0-43A7-85F2-CDECB825A91C}">
      <dgm:prSet phldrT="3" phldr="0"/>
      <dgm:spPr/>
      <dgm:t>
        <a:bodyPr/>
        <a:lstStyle/>
        <a:p>
          <a:r>
            <a:rPr lang="en-US"/>
            <a:t>3</a:t>
          </a:r>
        </a:p>
      </dgm:t>
    </dgm:pt>
    <dgm:pt modelId="{52168967-8E91-46E7-9385-06E7C1A48099}">
      <dgm:prSet/>
      <dgm:spPr/>
      <dgm:t>
        <a:bodyPr/>
        <a:lstStyle/>
        <a:p>
          <a:r>
            <a:rPr lang="en-US" i="0" baseline="0"/>
            <a:t>Track Passenger Trends:</a:t>
          </a:r>
          <a:br>
            <a:rPr lang="en-US" i="0" baseline="0"/>
          </a:br>
          <a:r>
            <a:rPr lang="en-US" i="0" baseline="0"/>
            <a:t>Compare forecasted vs. actual passenger numbers to optimize operations.</a:t>
          </a:r>
          <a:endParaRPr lang="en-US"/>
        </a:p>
      </dgm:t>
    </dgm:pt>
    <dgm:pt modelId="{A3BAFFDB-0F07-472B-9D27-D29F3A8FBB53}" type="parTrans" cxnId="{26050C1C-91F7-4B97-9DAD-E456428CF77B}">
      <dgm:prSet/>
      <dgm:spPr/>
      <dgm:t>
        <a:bodyPr/>
        <a:lstStyle/>
        <a:p>
          <a:endParaRPr lang="en-US"/>
        </a:p>
      </dgm:t>
    </dgm:pt>
    <dgm:pt modelId="{5B4F340A-DBC9-4EF5-B676-104E0F7E43F0}" type="sibTrans" cxnId="{26050C1C-91F7-4B97-9DAD-E456428CF77B}">
      <dgm:prSet phldrT="4" phldr="0"/>
      <dgm:spPr/>
      <dgm:t>
        <a:bodyPr/>
        <a:lstStyle/>
        <a:p>
          <a:r>
            <a:rPr lang="en-US"/>
            <a:t>4</a:t>
          </a:r>
        </a:p>
      </dgm:t>
    </dgm:pt>
    <dgm:pt modelId="{1C470DF6-0A1C-494C-9011-12A2862C58DF}">
      <dgm:prSet/>
      <dgm:spPr/>
      <dgm:t>
        <a:bodyPr/>
        <a:lstStyle/>
        <a:p>
          <a:r>
            <a:rPr lang="en-US" i="0" baseline="0"/>
            <a:t>Expand Data Insights:</a:t>
          </a:r>
          <a:br>
            <a:rPr lang="en-US" i="0" baseline="0"/>
          </a:br>
          <a:r>
            <a:rPr lang="en-US" i="0" baseline="0"/>
            <a:t>Collect data on delays, customer feedback, and maintenance to refine forecasts.</a:t>
          </a:r>
          <a:endParaRPr lang="en-US"/>
        </a:p>
      </dgm:t>
    </dgm:pt>
    <dgm:pt modelId="{1C5BEFDE-3F8D-4411-BD43-11A4C0FB3EAE}" type="parTrans" cxnId="{2C22BA8D-EBC5-4276-A46A-8FA6FBA66613}">
      <dgm:prSet/>
      <dgm:spPr/>
      <dgm:t>
        <a:bodyPr/>
        <a:lstStyle/>
        <a:p>
          <a:endParaRPr lang="en-US"/>
        </a:p>
      </dgm:t>
    </dgm:pt>
    <dgm:pt modelId="{CB0E2EDA-3198-4BDF-B3B9-134405958124}" type="sibTrans" cxnId="{2C22BA8D-EBC5-4276-A46A-8FA6FBA66613}">
      <dgm:prSet phldrT="5" phldr="0"/>
      <dgm:spPr/>
      <dgm:t>
        <a:bodyPr/>
        <a:lstStyle/>
        <a:p>
          <a:r>
            <a:rPr lang="en-US"/>
            <a:t>5</a:t>
          </a:r>
        </a:p>
      </dgm:t>
    </dgm:pt>
    <dgm:pt modelId="{53B67547-C7E7-4D6E-BF3A-8D1D3AD3AA19}" type="pres">
      <dgm:prSet presAssocID="{9B0D24B7-0251-4B19-9BA1-367540237263}" presName="Name0" presStyleCnt="0">
        <dgm:presLayoutVars>
          <dgm:animLvl val="lvl"/>
          <dgm:resizeHandles val="exact"/>
        </dgm:presLayoutVars>
      </dgm:prSet>
      <dgm:spPr/>
    </dgm:pt>
    <dgm:pt modelId="{7CED7592-86D3-4CF9-BA50-E6C56AC18647}" type="pres">
      <dgm:prSet presAssocID="{54D0D0C4-B06E-4C70-8AAD-56F6DD139E81}" presName="compositeNode" presStyleCnt="0">
        <dgm:presLayoutVars>
          <dgm:bulletEnabled val="1"/>
        </dgm:presLayoutVars>
      </dgm:prSet>
      <dgm:spPr/>
    </dgm:pt>
    <dgm:pt modelId="{F6A42A41-BF04-4091-945A-24984B9CFB8E}" type="pres">
      <dgm:prSet presAssocID="{54D0D0C4-B06E-4C70-8AAD-56F6DD139E81}" presName="bgRect" presStyleLbl="bgAccFollowNode1" presStyleIdx="0" presStyleCnt="5"/>
      <dgm:spPr/>
    </dgm:pt>
    <dgm:pt modelId="{132FD12C-28D2-43A1-8332-F1CDE42F8E6A}" type="pres">
      <dgm:prSet presAssocID="{B227C51D-24F4-406A-A097-EBF5675F5F8B}" presName="sibTransNodeCircle" presStyleLbl="alignNode1" presStyleIdx="0" presStyleCnt="10">
        <dgm:presLayoutVars>
          <dgm:chMax val="0"/>
          <dgm:bulletEnabled/>
        </dgm:presLayoutVars>
      </dgm:prSet>
      <dgm:spPr/>
    </dgm:pt>
    <dgm:pt modelId="{ECC17758-E824-49D8-99D8-A7B9EEEB66BC}" type="pres">
      <dgm:prSet presAssocID="{54D0D0C4-B06E-4C70-8AAD-56F6DD139E81}" presName="bottomLine" presStyleLbl="alignNode1" presStyleIdx="1" presStyleCnt="10">
        <dgm:presLayoutVars/>
      </dgm:prSet>
      <dgm:spPr/>
    </dgm:pt>
    <dgm:pt modelId="{D47F327E-0F87-4BD4-96A9-71601A5F1F52}" type="pres">
      <dgm:prSet presAssocID="{54D0D0C4-B06E-4C70-8AAD-56F6DD139E81}" presName="nodeText" presStyleLbl="bgAccFollowNode1" presStyleIdx="0" presStyleCnt="5">
        <dgm:presLayoutVars>
          <dgm:bulletEnabled val="1"/>
        </dgm:presLayoutVars>
      </dgm:prSet>
      <dgm:spPr/>
    </dgm:pt>
    <dgm:pt modelId="{C5007309-B5CE-4E54-AAAA-25EFE4F8740D}" type="pres">
      <dgm:prSet presAssocID="{B227C51D-24F4-406A-A097-EBF5675F5F8B}" presName="sibTrans" presStyleCnt="0"/>
      <dgm:spPr/>
    </dgm:pt>
    <dgm:pt modelId="{BF665E2B-9C5D-470D-9021-81C7445A2A15}" type="pres">
      <dgm:prSet presAssocID="{2EDCCBD7-498F-4F65-A014-5334F13ECEDB}" presName="compositeNode" presStyleCnt="0">
        <dgm:presLayoutVars>
          <dgm:bulletEnabled val="1"/>
        </dgm:presLayoutVars>
      </dgm:prSet>
      <dgm:spPr/>
    </dgm:pt>
    <dgm:pt modelId="{BED240B9-6908-401E-BFBA-5DCF8463AB2F}" type="pres">
      <dgm:prSet presAssocID="{2EDCCBD7-498F-4F65-A014-5334F13ECEDB}" presName="bgRect" presStyleLbl="bgAccFollowNode1" presStyleIdx="1" presStyleCnt="5"/>
      <dgm:spPr/>
    </dgm:pt>
    <dgm:pt modelId="{8A831F8E-B793-46F8-94BA-013987316C2D}" type="pres">
      <dgm:prSet presAssocID="{240ECA09-792F-42A6-8033-2F9C8FE9A441}" presName="sibTransNodeCircle" presStyleLbl="alignNode1" presStyleIdx="2" presStyleCnt="10">
        <dgm:presLayoutVars>
          <dgm:chMax val="0"/>
          <dgm:bulletEnabled/>
        </dgm:presLayoutVars>
      </dgm:prSet>
      <dgm:spPr/>
    </dgm:pt>
    <dgm:pt modelId="{6AB287C1-8136-4E14-A125-F3F0DEF535DC}" type="pres">
      <dgm:prSet presAssocID="{2EDCCBD7-498F-4F65-A014-5334F13ECEDB}" presName="bottomLine" presStyleLbl="alignNode1" presStyleIdx="3" presStyleCnt="10">
        <dgm:presLayoutVars/>
      </dgm:prSet>
      <dgm:spPr/>
    </dgm:pt>
    <dgm:pt modelId="{89B6BA19-CBA2-438F-98A8-2DB8D48673BF}" type="pres">
      <dgm:prSet presAssocID="{2EDCCBD7-498F-4F65-A014-5334F13ECEDB}" presName="nodeText" presStyleLbl="bgAccFollowNode1" presStyleIdx="1" presStyleCnt="5">
        <dgm:presLayoutVars>
          <dgm:bulletEnabled val="1"/>
        </dgm:presLayoutVars>
      </dgm:prSet>
      <dgm:spPr/>
    </dgm:pt>
    <dgm:pt modelId="{0FB83CBE-430A-447D-9558-1B351A9D7DAA}" type="pres">
      <dgm:prSet presAssocID="{240ECA09-792F-42A6-8033-2F9C8FE9A441}" presName="sibTrans" presStyleCnt="0"/>
      <dgm:spPr/>
    </dgm:pt>
    <dgm:pt modelId="{0A364584-D46D-45FE-8D77-01F2AADF7DD3}" type="pres">
      <dgm:prSet presAssocID="{76E93AB1-50EC-4D3B-916A-83678A83312F}" presName="compositeNode" presStyleCnt="0">
        <dgm:presLayoutVars>
          <dgm:bulletEnabled val="1"/>
        </dgm:presLayoutVars>
      </dgm:prSet>
      <dgm:spPr/>
    </dgm:pt>
    <dgm:pt modelId="{056B85E7-BBD0-4C12-AD72-5C6E2AF33838}" type="pres">
      <dgm:prSet presAssocID="{76E93AB1-50EC-4D3B-916A-83678A83312F}" presName="bgRect" presStyleLbl="bgAccFollowNode1" presStyleIdx="2" presStyleCnt="5"/>
      <dgm:spPr/>
    </dgm:pt>
    <dgm:pt modelId="{33D51E11-8F52-4A85-BEC6-655D9C009381}" type="pres">
      <dgm:prSet presAssocID="{50224259-EBB6-4342-AFED-075DA79BF7E1}" presName="sibTransNodeCircle" presStyleLbl="alignNode1" presStyleIdx="4" presStyleCnt="10">
        <dgm:presLayoutVars>
          <dgm:chMax val="0"/>
          <dgm:bulletEnabled/>
        </dgm:presLayoutVars>
      </dgm:prSet>
      <dgm:spPr/>
    </dgm:pt>
    <dgm:pt modelId="{0BE64998-6A53-4294-81FD-47B924939DAE}" type="pres">
      <dgm:prSet presAssocID="{76E93AB1-50EC-4D3B-916A-83678A83312F}" presName="bottomLine" presStyleLbl="alignNode1" presStyleIdx="5" presStyleCnt="10">
        <dgm:presLayoutVars/>
      </dgm:prSet>
      <dgm:spPr/>
    </dgm:pt>
    <dgm:pt modelId="{5BFB6F77-472D-4554-9A2E-FFA2897B2DC5}" type="pres">
      <dgm:prSet presAssocID="{76E93AB1-50EC-4D3B-916A-83678A83312F}" presName="nodeText" presStyleLbl="bgAccFollowNode1" presStyleIdx="2" presStyleCnt="5">
        <dgm:presLayoutVars>
          <dgm:bulletEnabled val="1"/>
        </dgm:presLayoutVars>
      </dgm:prSet>
      <dgm:spPr/>
    </dgm:pt>
    <dgm:pt modelId="{F0D16B32-96EC-4C64-AD4E-A5BFB523708E}" type="pres">
      <dgm:prSet presAssocID="{50224259-EBB6-4342-AFED-075DA79BF7E1}" presName="sibTrans" presStyleCnt="0"/>
      <dgm:spPr/>
    </dgm:pt>
    <dgm:pt modelId="{D6A59ECF-83F1-4E82-A5D1-31D8351ECCAD}" type="pres">
      <dgm:prSet presAssocID="{52168967-8E91-46E7-9385-06E7C1A48099}" presName="compositeNode" presStyleCnt="0">
        <dgm:presLayoutVars>
          <dgm:bulletEnabled val="1"/>
        </dgm:presLayoutVars>
      </dgm:prSet>
      <dgm:spPr/>
    </dgm:pt>
    <dgm:pt modelId="{B3AAB3EA-CFDD-4CA9-B873-DAD2DA4E629C}" type="pres">
      <dgm:prSet presAssocID="{52168967-8E91-46E7-9385-06E7C1A48099}" presName="bgRect" presStyleLbl="bgAccFollowNode1" presStyleIdx="3" presStyleCnt="5"/>
      <dgm:spPr/>
    </dgm:pt>
    <dgm:pt modelId="{AB80022C-5A27-41C6-A834-00B32C74D292}" type="pres">
      <dgm:prSet presAssocID="{5B4F340A-DBC9-4EF5-B676-104E0F7E43F0}" presName="sibTransNodeCircle" presStyleLbl="alignNode1" presStyleIdx="6" presStyleCnt="10">
        <dgm:presLayoutVars>
          <dgm:chMax val="0"/>
          <dgm:bulletEnabled/>
        </dgm:presLayoutVars>
      </dgm:prSet>
      <dgm:spPr/>
    </dgm:pt>
    <dgm:pt modelId="{42F639C0-AE0A-41C0-A126-52327E41D8C0}" type="pres">
      <dgm:prSet presAssocID="{52168967-8E91-46E7-9385-06E7C1A48099}" presName="bottomLine" presStyleLbl="alignNode1" presStyleIdx="7" presStyleCnt="10">
        <dgm:presLayoutVars/>
      </dgm:prSet>
      <dgm:spPr/>
    </dgm:pt>
    <dgm:pt modelId="{C3BC31E4-091F-466A-91DA-8C19BA9731CB}" type="pres">
      <dgm:prSet presAssocID="{52168967-8E91-46E7-9385-06E7C1A48099}" presName="nodeText" presStyleLbl="bgAccFollowNode1" presStyleIdx="3" presStyleCnt="5">
        <dgm:presLayoutVars>
          <dgm:bulletEnabled val="1"/>
        </dgm:presLayoutVars>
      </dgm:prSet>
      <dgm:spPr/>
    </dgm:pt>
    <dgm:pt modelId="{EC5F5123-FFC0-4151-BDD1-BA577D3F9561}" type="pres">
      <dgm:prSet presAssocID="{5B4F340A-DBC9-4EF5-B676-104E0F7E43F0}" presName="sibTrans" presStyleCnt="0"/>
      <dgm:spPr/>
    </dgm:pt>
    <dgm:pt modelId="{4EBD2039-C826-4A0E-A677-7022919E562E}" type="pres">
      <dgm:prSet presAssocID="{1C470DF6-0A1C-494C-9011-12A2862C58DF}" presName="compositeNode" presStyleCnt="0">
        <dgm:presLayoutVars>
          <dgm:bulletEnabled val="1"/>
        </dgm:presLayoutVars>
      </dgm:prSet>
      <dgm:spPr/>
    </dgm:pt>
    <dgm:pt modelId="{41A0BB2C-0ED6-4101-8BCC-2E5AA87A6EDA}" type="pres">
      <dgm:prSet presAssocID="{1C470DF6-0A1C-494C-9011-12A2862C58DF}" presName="bgRect" presStyleLbl="bgAccFollowNode1" presStyleIdx="4" presStyleCnt="5"/>
      <dgm:spPr/>
    </dgm:pt>
    <dgm:pt modelId="{156195DA-1DD5-43A0-9D36-096A95C6E791}" type="pres">
      <dgm:prSet presAssocID="{CB0E2EDA-3198-4BDF-B3B9-134405958124}" presName="sibTransNodeCircle" presStyleLbl="alignNode1" presStyleIdx="8" presStyleCnt="10">
        <dgm:presLayoutVars>
          <dgm:chMax val="0"/>
          <dgm:bulletEnabled/>
        </dgm:presLayoutVars>
      </dgm:prSet>
      <dgm:spPr/>
    </dgm:pt>
    <dgm:pt modelId="{7F53D71F-0C3E-4CED-82C3-0BAC219B5257}" type="pres">
      <dgm:prSet presAssocID="{1C470DF6-0A1C-494C-9011-12A2862C58DF}" presName="bottomLine" presStyleLbl="alignNode1" presStyleIdx="9" presStyleCnt="10">
        <dgm:presLayoutVars/>
      </dgm:prSet>
      <dgm:spPr/>
    </dgm:pt>
    <dgm:pt modelId="{62FEA79B-A777-41E5-B8A0-4738F66506A4}" type="pres">
      <dgm:prSet presAssocID="{1C470DF6-0A1C-494C-9011-12A2862C58DF}" presName="nodeText" presStyleLbl="bgAccFollowNode1" presStyleIdx="4" presStyleCnt="5">
        <dgm:presLayoutVars>
          <dgm:bulletEnabled val="1"/>
        </dgm:presLayoutVars>
      </dgm:prSet>
      <dgm:spPr/>
    </dgm:pt>
  </dgm:ptLst>
  <dgm:cxnLst>
    <dgm:cxn modelId="{1AB1DE19-AEF0-43A7-85F2-CDECB825A91C}" srcId="{9B0D24B7-0251-4B19-9BA1-367540237263}" destId="{76E93AB1-50EC-4D3B-916A-83678A83312F}" srcOrd="2" destOrd="0" parTransId="{222C8B1F-CB40-4AB7-A5C2-25D08C7A877F}" sibTransId="{50224259-EBB6-4342-AFED-075DA79BF7E1}"/>
    <dgm:cxn modelId="{26050C1C-91F7-4B97-9DAD-E456428CF77B}" srcId="{9B0D24B7-0251-4B19-9BA1-367540237263}" destId="{52168967-8E91-46E7-9385-06E7C1A48099}" srcOrd="3" destOrd="0" parTransId="{A3BAFFDB-0F07-472B-9D27-D29F3A8FBB53}" sibTransId="{5B4F340A-DBC9-4EF5-B676-104E0F7E43F0}"/>
    <dgm:cxn modelId="{8A186325-9D75-4B77-957E-949A62B2BFD5}" type="presOf" srcId="{76E93AB1-50EC-4D3B-916A-83678A83312F}" destId="{5BFB6F77-472D-4554-9A2E-FFA2897B2DC5}" srcOrd="1" destOrd="0" presId="urn:microsoft.com/office/officeart/2016/7/layout/BasicLinearProcessNumbered"/>
    <dgm:cxn modelId="{6EDB695C-7874-4AC2-9661-34B8A86476DB}" type="presOf" srcId="{50224259-EBB6-4342-AFED-075DA79BF7E1}" destId="{33D51E11-8F52-4A85-BEC6-655D9C009381}" srcOrd="0" destOrd="0" presId="urn:microsoft.com/office/officeart/2016/7/layout/BasicLinearProcessNumbered"/>
    <dgm:cxn modelId="{1075E95E-F284-4E8E-A6C3-5D73A31985BB}" type="presOf" srcId="{52168967-8E91-46E7-9385-06E7C1A48099}" destId="{B3AAB3EA-CFDD-4CA9-B873-DAD2DA4E629C}" srcOrd="0" destOrd="0" presId="urn:microsoft.com/office/officeart/2016/7/layout/BasicLinearProcessNumbered"/>
    <dgm:cxn modelId="{C7352162-2465-4933-8668-7678060BF09C}" type="presOf" srcId="{2EDCCBD7-498F-4F65-A014-5334F13ECEDB}" destId="{89B6BA19-CBA2-438F-98A8-2DB8D48673BF}" srcOrd="1" destOrd="0" presId="urn:microsoft.com/office/officeart/2016/7/layout/BasicLinearProcessNumbered"/>
    <dgm:cxn modelId="{03757643-72DD-42F5-990D-77A725DEC633}" type="presOf" srcId="{240ECA09-792F-42A6-8033-2F9C8FE9A441}" destId="{8A831F8E-B793-46F8-94BA-013987316C2D}" srcOrd="0" destOrd="0" presId="urn:microsoft.com/office/officeart/2016/7/layout/BasicLinearProcessNumbered"/>
    <dgm:cxn modelId="{F389E46C-443B-4336-93CA-78FDE5796455}" type="presOf" srcId="{1C470DF6-0A1C-494C-9011-12A2862C58DF}" destId="{41A0BB2C-0ED6-4101-8BCC-2E5AA87A6EDA}" srcOrd="0" destOrd="0" presId="urn:microsoft.com/office/officeart/2016/7/layout/BasicLinearProcessNumbered"/>
    <dgm:cxn modelId="{2A40365A-B897-444A-AA6B-4A16300C8029}" type="presOf" srcId="{1C470DF6-0A1C-494C-9011-12A2862C58DF}" destId="{62FEA79B-A777-41E5-B8A0-4738F66506A4}" srcOrd="1" destOrd="0" presId="urn:microsoft.com/office/officeart/2016/7/layout/BasicLinearProcessNumbered"/>
    <dgm:cxn modelId="{7D91F47A-3EF4-460A-8794-3B99150205CB}" type="presOf" srcId="{52168967-8E91-46E7-9385-06E7C1A48099}" destId="{C3BC31E4-091F-466A-91DA-8C19BA9731CB}" srcOrd="1" destOrd="0" presId="urn:microsoft.com/office/officeart/2016/7/layout/BasicLinearProcessNumbered"/>
    <dgm:cxn modelId="{2C22BA8D-EBC5-4276-A46A-8FA6FBA66613}" srcId="{9B0D24B7-0251-4B19-9BA1-367540237263}" destId="{1C470DF6-0A1C-494C-9011-12A2862C58DF}" srcOrd="4" destOrd="0" parTransId="{1C5BEFDE-3F8D-4411-BD43-11A4C0FB3EAE}" sibTransId="{CB0E2EDA-3198-4BDF-B3B9-134405958124}"/>
    <dgm:cxn modelId="{422B018E-3559-4384-8B3F-D4E184B1BF9C}" type="presOf" srcId="{9B0D24B7-0251-4B19-9BA1-367540237263}" destId="{53B67547-C7E7-4D6E-BF3A-8D1D3AD3AA19}" srcOrd="0" destOrd="0" presId="urn:microsoft.com/office/officeart/2016/7/layout/BasicLinearProcessNumbered"/>
    <dgm:cxn modelId="{9D180B9B-C786-4B4E-9F82-55E569C077AD}" type="presOf" srcId="{CB0E2EDA-3198-4BDF-B3B9-134405958124}" destId="{156195DA-1DD5-43A0-9D36-096A95C6E791}" srcOrd="0" destOrd="0" presId="urn:microsoft.com/office/officeart/2016/7/layout/BasicLinearProcessNumbered"/>
    <dgm:cxn modelId="{6D43539D-9D75-41DA-B0F7-9F3AC193FC63}" srcId="{9B0D24B7-0251-4B19-9BA1-367540237263}" destId="{54D0D0C4-B06E-4C70-8AAD-56F6DD139E81}" srcOrd="0" destOrd="0" parTransId="{A681551B-E94D-4938-8DDD-E91095E0DF56}" sibTransId="{B227C51D-24F4-406A-A097-EBF5675F5F8B}"/>
    <dgm:cxn modelId="{B28899A4-2A52-44B0-9781-E806A4772215}" type="presOf" srcId="{5B4F340A-DBC9-4EF5-B676-104E0F7E43F0}" destId="{AB80022C-5A27-41C6-A834-00B32C74D292}" srcOrd="0" destOrd="0" presId="urn:microsoft.com/office/officeart/2016/7/layout/BasicLinearProcessNumbered"/>
    <dgm:cxn modelId="{673058B0-2DBB-490B-A623-6106452B3845}" type="presOf" srcId="{54D0D0C4-B06E-4C70-8AAD-56F6DD139E81}" destId="{F6A42A41-BF04-4091-945A-24984B9CFB8E}" srcOrd="0" destOrd="0" presId="urn:microsoft.com/office/officeart/2016/7/layout/BasicLinearProcessNumbered"/>
    <dgm:cxn modelId="{C6FCE2BB-F840-4A0E-BBD6-54DB4642DC9D}" srcId="{9B0D24B7-0251-4B19-9BA1-367540237263}" destId="{2EDCCBD7-498F-4F65-A014-5334F13ECEDB}" srcOrd="1" destOrd="0" parTransId="{D7210802-EF23-41AE-AD00-04ED62D984A6}" sibTransId="{240ECA09-792F-42A6-8033-2F9C8FE9A441}"/>
    <dgm:cxn modelId="{FD138FC3-30FB-4B65-A6C7-B3A1C8662A0D}" type="presOf" srcId="{76E93AB1-50EC-4D3B-916A-83678A83312F}" destId="{056B85E7-BBD0-4C12-AD72-5C6E2AF33838}" srcOrd="0" destOrd="0" presId="urn:microsoft.com/office/officeart/2016/7/layout/BasicLinearProcessNumbered"/>
    <dgm:cxn modelId="{4F420FD9-770F-4159-8230-5E2D3AE862EC}" type="presOf" srcId="{54D0D0C4-B06E-4C70-8AAD-56F6DD139E81}" destId="{D47F327E-0F87-4BD4-96A9-71601A5F1F52}" srcOrd="1" destOrd="0" presId="urn:microsoft.com/office/officeart/2016/7/layout/BasicLinearProcessNumbered"/>
    <dgm:cxn modelId="{BD97F7DE-242D-4F67-9C2A-415F84BD094C}" type="presOf" srcId="{B227C51D-24F4-406A-A097-EBF5675F5F8B}" destId="{132FD12C-28D2-43A1-8332-F1CDE42F8E6A}" srcOrd="0" destOrd="0" presId="urn:microsoft.com/office/officeart/2016/7/layout/BasicLinearProcessNumbered"/>
    <dgm:cxn modelId="{346022E0-2E54-49C6-8403-807947F7DFB7}" type="presOf" srcId="{2EDCCBD7-498F-4F65-A014-5334F13ECEDB}" destId="{BED240B9-6908-401E-BFBA-5DCF8463AB2F}" srcOrd="0" destOrd="0" presId="urn:microsoft.com/office/officeart/2016/7/layout/BasicLinearProcessNumbered"/>
    <dgm:cxn modelId="{502BC9C1-9544-485E-B28D-4C8C84F8759B}" type="presParOf" srcId="{53B67547-C7E7-4D6E-BF3A-8D1D3AD3AA19}" destId="{7CED7592-86D3-4CF9-BA50-E6C56AC18647}" srcOrd="0" destOrd="0" presId="urn:microsoft.com/office/officeart/2016/7/layout/BasicLinearProcessNumbered"/>
    <dgm:cxn modelId="{B54EDD16-2688-4874-A1B5-F2AE4BABBF6D}" type="presParOf" srcId="{7CED7592-86D3-4CF9-BA50-E6C56AC18647}" destId="{F6A42A41-BF04-4091-945A-24984B9CFB8E}" srcOrd="0" destOrd="0" presId="urn:microsoft.com/office/officeart/2016/7/layout/BasicLinearProcessNumbered"/>
    <dgm:cxn modelId="{8E2DA669-C2EA-42F3-BABA-665BD2B17267}" type="presParOf" srcId="{7CED7592-86D3-4CF9-BA50-E6C56AC18647}" destId="{132FD12C-28D2-43A1-8332-F1CDE42F8E6A}" srcOrd="1" destOrd="0" presId="urn:microsoft.com/office/officeart/2016/7/layout/BasicLinearProcessNumbered"/>
    <dgm:cxn modelId="{B16E6470-1D5F-4D1E-9F90-E149E714EDC0}" type="presParOf" srcId="{7CED7592-86D3-4CF9-BA50-E6C56AC18647}" destId="{ECC17758-E824-49D8-99D8-A7B9EEEB66BC}" srcOrd="2" destOrd="0" presId="urn:microsoft.com/office/officeart/2016/7/layout/BasicLinearProcessNumbered"/>
    <dgm:cxn modelId="{496B78F9-E613-47F1-97A0-515603651A2A}" type="presParOf" srcId="{7CED7592-86D3-4CF9-BA50-E6C56AC18647}" destId="{D47F327E-0F87-4BD4-96A9-71601A5F1F52}" srcOrd="3" destOrd="0" presId="urn:microsoft.com/office/officeart/2016/7/layout/BasicLinearProcessNumbered"/>
    <dgm:cxn modelId="{A887ECC6-C9A7-49C6-852A-5EE6FFFB6A58}" type="presParOf" srcId="{53B67547-C7E7-4D6E-BF3A-8D1D3AD3AA19}" destId="{C5007309-B5CE-4E54-AAAA-25EFE4F8740D}" srcOrd="1" destOrd="0" presId="urn:microsoft.com/office/officeart/2016/7/layout/BasicLinearProcessNumbered"/>
    <dgm:cxn modelId="{D54B3F60-F6A7-44D4-ACB4-B6DA7392B180}" type="presParOf" srcId="{53B67547-C7E7-4D6E-BF3A-8D1D3AD3AA19}" destId="{BF665E2B-9C5D-470D-9021-81C7445A2A15}" srcOrd="2" destOrd="0" presId="urn:microsoft.com/office/officeart/2016/7/layout/BasicLinearProcessNumbered"/>
    <dgm:cxn modelId="{DD8EEFA9-49B7-4740-AF8B-AB83249B801D}" type="presParOf" srcId="{BF665E2B-9C5D-470D-9021-81C7445A2A15}" destId="{BED240B9-6908-401E-BFBA-5DCF8463AB2F}" srcOrd="0" destOrd="0" presId="urn:microsoft.com/office/officeart/2016/7/layout/BasicLinearProcessNumbered"/>
    <dgm:cxn modelId="{E44D6E59-EEB5-4F8F-ABA8-B8235E222C09}" type="presParOf" srcId="{BF665E2B-9C5D-470D-9021-81C7445A2A15}" destId="{8A831F8E-B793-46F8-94BA-013987316C2D}" srcOrd="1" destOrd="0" presId="urn:microsoft.com/office/officeart/2016/7/layout/BasicLinearProcessNumbered"/>
    <dgm:cxn modelId="{7FB64546-5916-44BD-B999-EBA8547A7B18}" type="presParOf" srcId="{BF665E2B-9C5D-470D-9021-81C7445A2A15}" destId="{6AB287C1-8136-4E14-A125-F3F0DEF535DC}" srcOrd="2" destOrd="0" presId="urn:microsoft.com/office/officeart/2016/7/layout/BasicLinearProcessNumbered"/>
    <dgm:cxn modelId="{9B35CDB3-FECB-4F3F-A494-4B97490EB70D}" type="presParOf" srcId="{BF665E2B-9C5D-470D-9021-81C7445A2A15}" destId="{89B6BA19-CBA2-438F-98A8-2DB8D48673BF}" srcOrd="3" destOrd="0" presId="urn:microsoft.com/office/officeart/2016/7/layout/BasicLinearProcessNumbered"/>
    <dgm:cxn modelId="{088C193F-E454-4C64-B4A4-6D8892F6F305}" type="presParOf" srcId="{53B67547-C7E7-4D6E-BF3A-8D1D3AD3AA19}" destId="{0FB83CBE-430A-447D-9558-1B351A9D7DAA}" srcOrd="3" destOrd="0" presId="urn:microsoft.com/office/officeart/2016/7/layout/BasicLinearProcessNumbered"/>
    <dgm:cxn modelId="{57E7DBD0-F71C-462C-884F-D09F1D2F646E}" type="presParOf" srcId="{53B67547-C7E7-4D6E-BF3A-8D1D3AD3AA19}" destId="{0A364584-D46D-45FE-8D77-01F2AADF7DD3}" srcOrd="4" destOrd="0" presId="urn:microsoft.com/office/officeart/2016/7/layout/BasicLinearProcessNumbered"/>
    <dgm:cxn modelId="{22D868A8-5A70-43E5-BA3D-74CF71F6CD0D}" type="presParOf" srcId="{0A364584-D46D-45FE-8D77-01F2AADF7DD3}" destId="{056B85E7-BBD0-4C12-AD72-5C6E2AF33838}" srcOrd="0" destOrd="0" presId="urn:microsoft.com/office/officeart/2016/7/layout/BasicLinearProcessNumbered"/>
    <dgm:cxn modelId="{A5F7721F-6231-452A-B082-4F24044571B4}" type="presParOf" srcId="{0A364584-D46D-45FE-8D77-01F2AADF7DD3}" destId="{33D51E11-8F52-4A85-BEC6-655D9C009381}" srcOrd="1" destOrd="0" presId="urn:microsoft.com/office/officeart/2016/7/layout/BasicLinearProcessNumbered"/>
    <dgm:cxn modelId="{EE599D8F-2221-49A0-BAC9-30C0826608EA}" type="presParOf" srcId="{0A364584-D46D-45FE-8D77-01F2AADF7DD3}" destId="{0BE64998-6A53-4294-81FD-47B924939DAE}" srcOrd="2" destOrd="0" presId="urn:microsoft.com/office/officeart/2016/7/layout/BasicLinearProcessNumbered"/>
    <dgm:cxn modelId="{876A068D-5F15-40AB-BE75-641B4D8B6A22}" type="presParOf" srcId="{0A364584-D46D-45FE-8D77-01F2AADF7DD3}" destId="{5BFB6F77-472D-4554-9A2E-FFA2897B2DC5}" srcOrd="3" destOrd="0" presId="urn:microsoft.com/office/officeart/2016/7/layout/BasicLinearProcessNumbered"/>
    <dgm:cxn modelId="{A490AF82-71CC-4E2C-B0DD-20CFAD2363BE}" type="presParOf" srcId="{53B67547-C7E7-4D6E-BF3A-8D1D3AD3AA19}" destId="{F0D16B32-96EC-4C64-AD4E-A5BFB523708E}" srcOrd="5" destOrd="0" presId="urn:microsoft.com/office/officeart/2016/7/layout/BasicLinearProcessNumbered"/>
    <dgm:cxn modelId="{FCB106F1-D6F7-4D46-A8ED-5E07988550DE}" type="presParOf" srcId="{53B67547-C7E7-4D6E-BF3A-8D1D3AD3AA19}" destId="{D6A59ECF-83F1-4E82-A5D1-31D8351ECCAD}" srcOrd="6" destOrd="0" presId="urn:microsoft.com/office/officeart/2016/7/layout/BasicLinearProcessNumbered"/>
    <dgm:cxn modelId="{49A6C240-8683-4D10-AB9A-3E075222F5DA}" type="presParOf" srcId="{D6A59ECF-83F1-4E82-A5D1-31D8351ECCAD}" destId="{B3AAB3EA-CFDD-4CA9-B873-DAD2DA4E629C}" srcOrd="0" destOrd="0" presId="urn:microsoft.com/office/officeart/2016/7/layout/BasicLinearProcessNumbered"/>
    <dgm:cxn modelId="{864375B5-D11E-4041-AAFD-D8027D61BC57}" type="presParOf" srcId="{D6A59ECF-83F1-4E82-A5D1-31D8351ECCAD}" destId="{AB80022C-5A27-41C6-A834-00B32C74D292}" srcOrd="1" destOrd="0" presId="urn:microsoft.com/office/officeart/2016/7/layout/BasicLinearProcessNumbered"/>
    <dgm:cxn modelId="{2313A940-93B8-45E7-A1D5-17317EB6C55A}" type="presParOf" srcId="{D6A59ECF-83F1-4E82-A5D1-31D8351ECCAD}" destId="{42F639C0-AE0A-41C0-A126-52327E41D8C0}" srcOrd="2" destOrd="0" presId="urn:microsoft.com/office/officeart/2016/7/layout/BasicLinearProcessNumbered"/>
    <dgm:cxn modelId="{962E5650-8BAC-45F2-91A1-D94FBD649925}" type="presParOf" srcId="{D6A59ECF-83F1-4E82-A5D1-31D8351ECCAD}" destId="{C3BC31E4-091F-466A-91DA-8C19BA9731CB}" srcOrd="3" destOrd="0" presId="urn:microsoft.com/office/officeart/2016/7/layout/BasicLinearProcessNumbered"/>
    <dgm:cxn modelId="{54692E84-4917-401D-9732-A23F77F6DDD6}" type="presParOf" srcId="{53B67547-C7E7-4D6E-BF3A-8D1D3AD3AA19}" destId="{EC5F5123-FFC0-4151-BDD1-BA577D3F9561}" srcOrd="7" destOrd="0" presId="urn:microsoft.com/office/officeart/2016/7/layout/BasicLinearProcessNumbered"/>
    <dgm:cxn modelId="{74F06DBF-6D3C-4B17-A610-19215C1F7B45}" type="presParOf" srcId="{53B67547-C7E7-4D6E-BF3A-8D1D3AD3AA19}" destId="{4EBD2039-C826-4A0E-A677-7022919E562E}" srcOrd="8" destOrd="0" presId="urn:microsoft.com/office/officeart/2016/7/layout/BasicLinearProcessNumbered"/>
    <dgm:cxn modelId="{C799767A-B5B1-433A-8A7F-5F18A59CBC48}" type="presParOf" srcId="{4EBD2039-C826-4A0E-A677-7022919E562E}" destId="{41A0BB2C-0ED6-4101-8BCC-2E5AA87A6EDA}" srcOrd="0" destOrd="0" presId="urn:microsoft.com/office/officeart/2016/7/layout/BasicLinearProcessNumbered"/>
    <dgm:cxn modelId="{7C5AA65F-2E03-4097-810F-DA56E4264DC7}" type="presParOf" srcId="{4EBD2039-C826-4A0E-A677-7022919E562E}" destId="{156195DA-1DD5-43A0-9D36-096A95C6E791}" srcOrd="1" destOrd="0" presId="urn:microsoft.com/office/officeart/2016/7/layout/BasicLinearProcessNumbered"/>
    <dgm:cxn modelId="{4AB25301-8589-4984-871E-6A75BDC2DD89}" type="presParOf" srcId="{4EBD2039-C826-4A0E-A677-7022919E562E}" destId="{7F53D71F-0C3E-4CED-82C3-0BAC219B5257}" srcOrd="2" destOrd="0" presId="urn:microsoft.com/office/officeart/2016/7/layout/BasicLinearProcessNumbered"/>
    <dgm:cxn modelId="{974F9882-6972-4EA8-B3CB-28633A85DF64}" type="presParOf" srcId="{4EBD2039-C826-4A0E-A677-7022919E562E}" destId="{62FEA79B-A777-41E5-B8A0-4738F66506A4}" srcOrd="3" destOrd="0" presId="urn:microsoft.com/office/officeart/2016/7/layout/BasicLinearProcessNumbered"/>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6A42A41-BF04-4091-945A-24984B9CFB8E}">
      <dsp:nvSpPr>
        <dsp:cNvPr id="0" name=""/>
        <dsp:cNvSpPr/>
      </dsp:nvSpPr>
      <dsp:spPr>
        <a:xfrm>
          <a:off x="3666" y="404116"/>
          <a:ext cx="1985368" cy="2779516"/>
        </a:xfrm>
        <a:prstGeom prst="rect">
          <a:avLst/>
        </a:prstGeom>
        <a:solidFill>
          <a:schemeClr val="accent2">
            <a:tint val="40000"/>
            <a:alpha val="90000"/>
            <a:hueOff val="0"/>
            <a:satOff val="0"/>
            <a:lumOff val="0"/>
            <a:alphaOff val="0"/>
          </a:schemeClr>
        </a:solidFill>
        <a:ln w="6350" cap="flat" cmpd="sng" algn="ctr">
          <a:solidFill>
            <a:schemeClr val="accent2">
              <a:tint val="40000"/>
              <a:alpha val="9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54787" tIns="330200" rIns="154787" bIns="330200" numCol="1" spcCol="1270" anchor="t" anchorCtr="0">
          <a:noAutofit/>
        </a:bodyPr>
        <a:lstStyle/>
        <a:p>
          <a:pPr marL="0" lvl="0" indent="0" algn="l" defTabSz="488950">
            <a:lnSpc>
              <a:spcPct val="90000"/>
            </a:lnSpc>
            <a:spcBef>
              <a:spcPct val="0"/>
            </a:spcBef>
            <a:spcAft>
              <a:spcPct val="35000"/>
            </a:spcAft>
            <a:buNone/>
          </a:pPr>
          <a:r>
            <a:rPr lang="en-US" sz="1100" i="0" kern="1200" baseline="0"/>
            <a:t>Address Weather Impacts:</a:t>
          </a:r>
          <a:br>
            <a:rPr lang="en-US" sz="1100" i="0" kern="1200" baseline="0"/>
          </a:br>
          <a:r>
            <a:rPr lang="en-US" sz="1100" i="0" kern="1200" baseline="0"/>
            <a:t>Prepare contingency plans for heavy snow periods to minimize ridership disruptions.</a:t>
          </a:r>
          <a:endParaRPr lang="en-US" sz="1100" kern="1200"/>
        </a:p>
      </dsp:txBody>
      <dsp:txXfrm>
        <a:off x="3666" y="1460333"/>
        <a:ext cx="1985368" cy="1667709"/>
      </dsp:txXfrm>
    </dsp:sp>
    <dsp:sp modelId="{132FD12C-28D2-43A1-8332-F1CDE42F8E6A}">
      <dsp:nvSpPr>
        <dsp:cNvPr id="0" name=""/>
        <dsp:cNvSpPr/>
      </dsp:nvSpPr>
      <dsp:spPr>
        <a:xfrm>
          <a:off x="579423" y="682068"/>
          <a:ext cx="833854" cy="833854"/>
        </a:xfrm>
        <a:prstGeom prst="ellipse">
          <a:avLst/>
        </a:prstGeom>
        <a:gradFill rotWithShape="0">
          <a:gsLst>
            <a:gs pos="0">
              <a:schemeClr val="accent2">
                <a:hueOff val="0"/>
                <a:satOff val="0"/>
                <a:lumOff val="0"/>
                <a:alphaOff val="0"/>
                <a:lumMod val="110000"/>
                <a:satMod val="105000"/>
                <a:tint val="67000"/>
              </a:schemeClr>
            </a:gs>
            <a:gs pos="50000">
              <a:schemeClr val="accent2">
                <a:hueOff val="0"/>
                <a:satOff val="0"/>
                <a:lumOff val="0"/>
                <a:alphaOff val="0"/>
                <a:lumMod val="105000"/>
                <a:satMod val="103000"/>
                <a:tint val="73000"/>
              </a:schemeClr>
            </a:gs>
            <a:gs pos="100000">
              <a:schemeClr val="accent2">
                <a:hueOff val="0"/>
                <a:satOff val="0"/>
                <a:lumOff val="0"/>
                <a:alphaOff val="0"/>
                <a:lumMod val="105000"/>
                <a:satMod val="109000"/>
                <a:tint val="81000"/>
              </a:schemeClr>
            </a:gs>
          </a:gsLst>
          <a:lin ang="5400000" scaled="0"/>
        </a:gradFill>
        <a:ln w="6350" cap="flat" cmpd="sng" algn="ctr">
          <a:solidFill>
            <a:schemeClr val="accent2">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65011" tIns="12700" rIns="65011" bIns="12700" numCol="1" spcCol="1270" anchor="ctr" anchorCtr="0">
          <a:noAutofit/>
        </a:bodyPr>
        <a:lstStyle/>
        <a:p>
          <a:pPr marL="0" lvl="0" indent="0" algn="ctr" defTabSz="1778000">
            <a:lnSpc>
              <a:spcPct val="90000"/>
            </a:lnSpc>
            <a:spcBef>
              <a:spcPct val="0"/>
            </a:spcBef>
            <a:spcAft>
              <a:spcPct val="35000"/>
            </a:spcAft>
            <a:buNone/>
          </a:pPr>
          <a:r>
            <a:rPr lang="en-US" sz="4000" kern="1200"/>
            <a:t>1</a:t>
          </a:r>
        </a:p>
      </dsp:txBody>
      <dsp:txXfrm>
        <a:off x="701538" y="804183"/>
        <a:ext cx="589624" cy="589624"/>
      </dsp:txXfrm>
    </dsp:sp>
    <dsp:sp modelId="{ECC17758-E824-49D8-99D8-A7B9EEEB66BC}">
      <dsp:nvSpPr>
        <dsp:cNvPr id="0" name=""/>
        <dsp:cNvSpPr/>
      </dsp:nvSpPr>
      <dsp:spPr>
        <a:xfrm>
          <a:off x="3666" y="3183561"/>
          <a:ext cx="1985368" cy="72"/>
        </a:xfrm>
        <a:prstGeom prst="rect">
          <a:avLst/>
        </a:prstGeom>
        <a:gradFill rotWithShape="0">
          <a:gsLst>
            <a:gs pos="0">
              <a:schemeClr val="accent2">
                <a:hueOff val="754920"/>
                <a:satOff val="-3270"/>
                <a:lumOff val="2723"/>
                <a:alphaOff val="0"/>
                <a:lumMod val="110000"/>
                <a:satMod val="105000"/>
                <a:tint val="67000"/>
              </a:schemeClr>
            </a:gs>
            <a:gs pos="50000">
              <a:schemeClr val="accent2">
                <a:hueOff val="754920"/>
                <a:satOff val="-3270"/>
                <a:lumOff val="2723"/>
                <a:alphaOff val="0"/>
                <a:lumMod val="105000"/>
                <a:satMod val="103000"/>
                <a:tint val="73000"/>
              </a:schemeClr>
            </a:gs>
            <a:gs pos="100000">
              <a:schemeClr val="accent2">
                <a:hueOff val="754920"/>
                <a:satOff val="-3270"/>
                <a:lumOff val="2723"/>
                <a:alphaOff val="0"/>
                <a:lumMod val="105000"/>
                <a:satMod val="109000"/>
                <a:tint val="81000"/>
              </a:schemeClr>
            </a:gs>
          </a:gsLst>
          <a:lin ang="5400000" scaled="0"/>
        </a:gradFill>
        <a:ln w="6350" cap="flat" cmpd="sng" algn="ctr">
          <a:solidFill>
            <a:schemeClr val="accent2">
              <a:hueOff val="754920"/>
              <a:satOff val="-3270"/>
              <a:lumOff val="2723"/>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sp>
    <dsp:sp modelId="{BED240B9-6908-401E-BFBA-5DCF8463AB2F}">
      <dsp:nvSpPr>
        <dsp:cNvPr id="0" name=""/>
        <dsp:cNvSpPr/>
      </dsp:nvSpPr>
      <dsp:spPr>
        <a:xfrm>
          <a:off x="2187572" y="404116"/>
          <a:ext cx="1985368" cy="2779516"/>
        </a:xfrm>
        <a:prstGeom prst="rect">
          <a:avLst/>
        </a:prstGeom>
        <a:solidFill>
          <a:schemeClr val="accent2">
            <a:tint val="40000"/>
            <a:alpha val="90000"/>
            <a:hueOff val="1658459"/>
            <a:satOff val="-918"/>
            <a:lumOff val="1083"/>
            <a:alphaOff val="0"/>
          </a:schemeClr>
        </a:solidFill>
        <a:ln w="6350" cap="flat" cmpd="sng" algn="ctr">
          <a:solidFill>
            <a:schemeClr val="accent2">
              <a:tint val="40000"/>
              <a:alpha val="90000"/>
              <a:hueOff val="1658459"/>
              <a:satOff val="-918"/>
              <a:lumOff val="1083"/>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54787" tIns="330200" rIns="154787" bIns="330200" numCol="1" spcCol="1270" anchor="t" anchorCtr="0">
          <a:noAutofit/>
        </a:bodyPr>
        <a:lstStyle/>
        <a:p>
          <a:pPr marL="0" lvl="0" indent="0" algn="l" defTabSz="488950">
            <a:lnSpc>
              <a:spcPct val="90000"/>
            </a:lnSpc>
            <a:spcBef>
              <a:spcPct val="0"/>
            </a:spcBef>
            <a:spcAft>
              <a:spcPct val="35000"/>
            </a:spcAft>
            <a:buNone/>
          </a:pPr>
          <a:r>
            <a:rPr lang="en-US" sz="1100" i="0" kern="1200" baseline="0"/>
            <a:t>Collaborate with Key Carriers:</a:t>
          </a:r>
          <a:br>
            <a:rPr lang="en-US" sz="1100" i="0" kern="1200" baseline="0"/>
          </a:br>
          <a:r>
            <a:rPr lang="en-US" sz="1100" i="0" kern="1200" baseline="0"/>
            <a:t>Strengthen partnerships with major carriers and support smaller ones to ensure service stability.</a:t>
          </a:r>
          <a:endParaRPr lang="en-US" sz="1100" kern="1200"/>
        </a:p>
      </dsp:txBody>
      <dsp:txXfrm>
        <a:off x="2187572" y="1460333"/>
        <a:ext cx="1985368" cy="1667709"/>
      </dsp:txXfrm>
    </dsp:sp>
    <dsp:sp modelId="{8A831F8E-B793-46F8-94BA-013987316C2D}">
      <dsp:nvSpPr>
        <dsp:cNvPr id="0" name=""/>
        <dsp:cNvSpPr/>
      </dsp:nvSpPr>
      <dsp:spPr>
        <a:xfrm>
          <a:off x="2763329" y="682068"/>
          <a:ext cx="833854" cy="833854"/>
        </a:xfrm>
        <a:prstGeom prst="ellipse">
          <a:avLst/>
        </a:prstGeom>
        <a:gradFill rotWithShape="0">
          <a:gsLst>
            <a:gs pos="0">
              <a:schemeClr val="accent2">
                <a:hueOff val="1509840"/>
                <a:satOff val="-6539"/>
                <a:lumOff val="5447"/>
                <a:alphaOff val="0"/>
                <a:lumMod val="110000"/>
                <a:satMod val="105000"/>
                <a:tint val="67000"/>
              </a:schemeClr>
            </a:gs>
            <a:gs pos="50000">
              <a:schemeClr val="accent2">
                <a:hueOff val="1509840"/>
                <a:satOff val="-6539"/>
                <a:lumOff val="5447"/>
                <a:alphaOff val="0"/>
                <a:lumMod val="105000"/>
                <a:satMod val="103000"/>
                <a:tint val="73000"/>
              </a:schemeClr>
            </a:gs>
            <a:gs pos="100000">
              <a:schemeClr val="accent2">
                <a:hueOff val="1509840"/>
                <a:satOff val="-6539"/>
                <a:lumOff val="5447"/>
                <a:alphaOff val="0"/>
                <a:lumMod val="105000"/>
                <a:satMod val="109000"/>
                <a:tint val="81000"/>
              </a:schemeClr>
            </a:gs>
          </a:gsLst>
          <a:lin ang="5400000" scaled="0"/>
        </a:gradFill>
        <a:ln w="6350" cap="flat" cmpd="sng" algn="ctr">
          <a:solidFill>
            <a:schemeClr val="accent2">
              <a:hueOff val="1509840"/>
              <a:satOff val="-6539"/>
              <a:lumOff val="5447"/>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65011" tIns="12700" rIns="65011" bIns="12700" numCol="1" spcCol="1270" anchor="ctr" anchorCtr="0">
          <a:noAutofit/>
        </a:bodyPr>
        <a:lstStyle/>
        <a:p>
          <a:pPr marL="0" lvl="0" indent="0" algn="ctr" defTabSz="1778000">
            <a:lnSpc>
              <a:spcPct val="90000"/>
            </a:lnSpc>
            <a:spcBef>
              <a:spcPct val="0"/>
            </a:spcBef>
            <a:spcAft>
              <a:spcPct val="35000"/>
            </a:spcAft>
            <a:buNone/>
          </a:pPr>
          <a:r>
            <a:rPr lang="en-US" sz="4000" kern="1200"/>
            <a:t>2</a:t>
          </a:r>
        </a:p>
      </dsp:txBody>
      <dsp:txXfrm>
        <a:off x="2885444" y="804183"/>
        <a:ext cx="589624" cy="589624"/>
      </dsp:txXfrm>
    </dsp:sp>
    <dsp:sp modelId="{6AB287C1-8136-4E14-A125-F3F0DEF535DC}">
      <dsp:nvSpPr>
        <dsp:cNvPr id="0" name=""/>
        <dsp:cNvSpPr/>
      </dsp:nvSpPr>
      <dsp:spPr>
        <a:xfrm>
          <a:off x="2187572" y="3183561"/>
          <a:ext cx="1985368" cy="72"/>
        </a:xfrm>
        <a:prstGeom prst="rect">
          <a:avLst/>
        </a:prstGeom>
        <a:gradFill rotWithShape="0">
          <a:gsLst>
            <a:gs pos="0">
              <a:schemeClr val="accent2">
                <a:hueOff val="2264760"/>
                <a:satOff val="-9809"/>
                <a:lumOff val="8170"/>
                <a:alphaOff val="0"/>
                <a:lumMod val="110000"/>
                <a:satMod val="105000"/>
                <a:tint val="67000"/>
              </a:schemeClr>
            </a:gs>
            <a:gs pos="50000">
              <a:schemeClr val="accent2">
                <a:hueOff val="2264760"/>
                <a:satOff val="-9809"/>
                <a:lumOff val="8170"/>
                <a:alphaOff val="0"/>
                <a:lumMod val="105000"/>
                <a:satMod val="103000"/>
                <a:tint val="73000"/>
              </a:schemeClr>
            </a:gs>
            <a:gs pos="100000">
              <a:schemeClr val="accent2">
                <a:hueOff val="2264760"/>
                <a:satOff val="-9809"/>
                <a:lumOff val="8170"/>
                <a:alphaOff val="0"/>
                <a:lumMod val="105000"/>
                <a:satMod val="109000"/>
                <a:tint val="81000"/>
              </a:schemeClr>
            </a:gs>
          </a:gsLst>
          <a:lin ang="5400000" scaled="0"/>
        </a:gradFill>
        <a:ln w="6350" cap="flat" cmpd="sng" algn="ctr">
          <a:solidFill>
            <a:schemeClr val="accent2">
              <a:hueOff val="2264760"/>
              <a:satOff val="-9809"/>
              <a:lumOff val="817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sp>
    <dsp:sp modelId="{056B85E7-BBD0-4C12-AD72-5C6E2AF33838}">
      <dsp:nvSpPr>
        <dsp:cNvPr id="0" name=""/>
        <dsp:cNvSpPr/>
      </dsp:nvSpPr>
      <dsp:spPr>
        <a:xfrm>
          <a:off x="4371478" y="404116"/>
          <a:ext cx="1985368" cy="2779516"/>
        </a:xfrm>
        <a:prstGeom prst="rect">
          <a:avLst/>
        </a:prstGeom>
        <a:solidFill>
          <a:schemeClr val="accent2">
            <a:tint val="40000"/>
            <a:alpha val="90000"/>
            <a:hueOff val="3316919"/>
            <a:satOff val="-1836"/>
            <a:lumOff val="2165"/>
            <a:alphaOff val="0"/>
          </a:schemeClr>
        </a:solidFill>
        <a:ln w="6350" cap="flat" cmpd="sng" algn="ctr">
          <a:solidFill>
            <a:schemeClr val="accent2">
              <a:tint val="40000"/>
              <a:alpha val="90000"/>
              <a:hueOff val="3316919"/>
              <a:satOff val="-1836"/>
              <a:lumOff val="2165"/>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54787" tIns="330200" rIns="154787" bIns="330200" numCol="1" spcCol="1270" anchor="t" anchorCtr="0">
          <a:noAutofit/>
        </a:bodyPr>
        <a:lstStyle/>
        <a:p>
          <a:pPr marL="0" lvl="0" indent="0" algn="l" defTabSz="488950">
            <a:lnSpc>
              <a:spcPct val="90000"/>
            </a:lnSpc>
            <a:spcBef>
              <a:spcPct val="0"/>
            </a:spcBef>
            <a:spcAft>
              <a:spcPct val="35000"/>
            </a:spcAft>
            <a:buNone/>
          </a:pPr>
          <a:r>
            <a:rPr lang="en-US" sz="1100" i="0" kern="1200" baseline="0"/>
            <a:t>Plan Facility Expansions:</a:t>
          </a:r>
          <a:br>
            <a:rPr lang="en-US" sz="1100" i="0" kern="1200" baseline="0"/>
          </a:br>
          <a:r>
            <a:rPr lang="en-US" sz="1100" i="0" kern="1200" baseline="0"/>
            <a:t>Upgrade capacity at high-traffic hubs like Holland to meet rising demand through 2030.</a:t>
          </a:r>
          <a:endParaRPr lang="en-US" sz="1100" kern="1200"/>
        </a:p>
      </dsp:txBody>
      <dsp:txXfrm>
        <a:off x="4371478" y="1460333"/>
        <a:ext cx="1985368" cy="1667709"/>
      </dsp:txXfrm>
    </dsp:sp>
    <dsp:sp modelId="{33D51E11-8F52-4A85-BEC6-655D9C009381}">
      <dsp:nvSpPr>
        <dsp:cNvPr id="0" name=""/>
        <dsp:cNvSpPr/>
      </dsp:nvSpPr>
      <dsp:spPr>
        <a:xfrm>
          <a:off x="4947235" y="682068"/>
          <a:ext cx="833854" cy="833854"/>
        </a:xfrm>
        <a:prstGeom prst="ellipse">
          <a:avLst/>
        </a:prstGeom>
        <a:gradFill rotWithShape="0">
          <a:gsLst>
            <a:gs pos="0">
              <a:schemeClr val="accent2">
                <a:hueOff val="3019680"/>
                <a:satOff val="-13078"/>
                <a:lumOff val="10893"/>
                <a:alphaOff val="0"/>
                <a:lumMod val="110000"/>
                <a:satMod val="105000"/>
                <a:tint val="67000"/>
              </a:schemeClr>
            </a:gs>
            <a:gs pos="50000">
              <a:schemeClr val="accent2">
                <a:hueOff val="3019680"/>
                <a:satOff val="-13078"/>
                <a:lumOff val="10893"/>
                <a:alphaOff val="0"/>
                <a:lumMod val="105000"/>
                <a:satMod val="103000"/>
                <a:tint val="73000"/>
              </a:schemeClr>
            </a:gs>
            <a:gs pos="100000">
              <a:schemeClr val="accent2">
                <a:hueOff val="3019680"/>
                <a:satOff val="-13078"/>
                <a:lumOff val="10893"/>
                <a:alphaOff val="0"/>
                <a:lumMod val="105000"/>
                <a:satMod val="109000"/>
                <a:tint val="81000"/>
              </a:schemeClr>
            </a:gs>
          </a:gsLst>
          <a:lin ang="5400000" scaled="0"/>
        </a:gradFill>
        <a:ln w="6350" cap="flat" cmpd="sng" algn="ctr">
          <a:solidFill>
            <a:schemeClr val="accent2">
              <a:hueOff val="3019680"/>
              <a:satOff val="-13078"/>
              <a:lumOff val="10893"/>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65011" tIns="12700" rIns="65011" bIns="12700" numCol="1" spcCol="1270" anchor="ctr" anchorCtr="0">
          <a:noAutofit/>
        </a:bodyPr>
        <a:lstStyle/>
        <a:p>
          <a:pPr marL="0" lvl="0" indent="0" algn="ctr" defTabSz="1778000">
            <a:lnSpc>
              <a:spcPct val="90000"/>
            </a:lnSpc>
            <a:spcBef>
              <a:spcPct val="0"/>
            </a:spcBef>
            <a:spcAft>
              <a:spcPct val="35000"/>
            </a:spcAft>
            <a:buNone/>
          </a:pPr>
          <a:r>
            <a:rPr lang="en-US" sz="4000" kern="1200"/>
            <a:t>3</a:t>
          </a:r>
        </a:p>
      </dsp:txBody>
      <dsp:txXfrm>
        <a:off x="5069350" y="804183"/>
        <a:ext cx="589624" cy="589624"/>
      </dsp:txXfrm>
    </dsp:sp>
    <dsp:sp modelId="{0BE64998-6A53-4294-81FD-47B924939DAE}">
      <dsp:nvSpPr>
        <dsp:cNvPr id="0" name=""/>
        <dsp:cNvSpPr/>
      </dsp:nvSpPr>
      <dsp:spPr>
        <a:xfrm>
          <a:off x="4371478" y="3183561"/>
          <a:ext cx="1985368" cy="72"/>
        </a:xfrm>
        <a:prstGeom prst="rect">
          <a:avLst/>
        </a:prstGeom>
        <a:gradFill rotWithShape="0">
          <a:gsLst>
            <a:gs pos="0">
              <a:schemeClr val="accent2">
                <a:hueOff val="3774600"/>
                <a:satOff val="-16348"/>
                <a:lumOff val="13617"/>
                <a:alphaOff val="0"/>
                <a:lumMod val="110000"/>
                <a:satMod val="105000"/>
                <a:tint val="67000"/>
              </a:schemeClr>
            </a:gs>
            <a:gs pos="50000">
              <a:schemeClr val="accent2">
                <a:hueOff val="3774600"/>
                <a:satOff val="-16348"/>
                <a:lumOff val="13617"/>
                <a:alphaOff val="0"/>
                <a:lumMod val="105000"/>
                <a:satMod val="103000"/>
                <a:tint val="73000"/>
              </a:schemeClr>
            </a:gs>
            <a:gs pos="100000">
              <a:schemeClr val="accent2">
                <a:hueOff val="3774600"/>
                <a:satOff val="-16348"/>
                <a:lumOff val="13617"/>
                <a:alphaOff val="0"/>
                <a:lumMod val="105000"/>
                <a:satMod val="109000"/>
                <a:tint val="81000"/>
              </a:schemeClr>
            </a:gs>
          </a:gsLst>
          <a:lin ang="5400000" scaled="0"/>
        </a:gradFill>
        <a:ln w="6350" cap="flat" cmpd="sng" algn="ctr">
          <a:solidFill>
            <a:schemeClr val="accent2">
              <a:hueOff val="3774600"/>
              <a:satOff val="-16348"/>
              <a:lumOff val="13617"/>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sp>
    <dsp:sp modelId="{B3AAB3EA-CFDD-4CA9-B873-DAD2DA4E629C}">
      <dsp:nvSpPr>
        <dsp:cNvPr id="0" name=""/>
        <dsp:cNvSpPr/>
      </dsp:nvSpPr>
      <dsp:spPr>
        <a:xfrm>
          <a:off x="6555383" y="404116"/>
          <a:ext cx="1985368" cy="2779516"/>
        </a:xfrm>
        <a:prstGeom prst="rect">
          <a:avLst/>
        </a:prstGeom>
        <a:solidFill>
          <a:schemeClr val="accent2">
            <a:tint val="40000"/>
            <a:alpha val="90000"/>
            <a:hueOff val="4975378"/>
            <a:satOff val="-2753"/>
            <a:lumOff val="3248"/>
            <a:alphaOff val="0"/>
          </a:schemeClr>
        </a:solidFill>
        <a:ln w="6350" cap="flat" cmpd="sng" algn="ctr">
          <a:solidFill>
            <a:schemeClr val="accent2">
              <a:tint val="40000"/>
              <a:alpha val="90000"/>
              <a:hueOff val="4975378"/>
              <a:satOff val="-2753"/>
              <a:lumOff val="3248"/>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54787" tIns="330200" rIns="154787" bIns="330200" numCol="1" spcCol="1270" anchor="t" anchorCtr="0">
          <a:noAutofit/>
        </a:bodyPr>
        <a:lstStyle/>
        <a:p>
          <a:pPr marL="0" lvl="0" indent="0" algn="l" defTabSz="488950">
            <a:lnSpc>
              <a:spcPct val="90000"/>
            </a:lnSpc>
            <a:spcBef>
              <a:spcPct val="0"/>
            </a:spcBef>
            <a:spcAft>
              <a:spcPct val="35000"/>
            </a:spcAft>
            <a:buNone/>
          </a:pPr>
          <a:r>
            <a:rPr lang="en-US" sz="1100" i="0" kern="1200" baseline="0"/>
            <a:t>Track Passenger Trends:</a:t>
          </a:r>
          <a:br>
            <a:rPr lang="en-US" sz="1100" i="0" kern="1200" baseline="0"/>
          </a:br>
          <a:r>
            <a:rPr lang="en-US" sz="1100" i="0" kern="1200" baseline="0"/>
            <a:t>Compare forecasted vs. actual passenger numbers to optimize operations.</a:t>
          </a:r>
          <a:endParaRPr lang="en-US" sz="1100" kern="1200"/>
        </a:p>
      </dsp:txBody>
      <dsp:txXfrm>
        <a:off x="6555383" y="1460333"/>
        <a:ext cx="1985368" cy="1667709"/>
      </dsp:txXfrm>
    </dsp:sp>
    <dsp:sp modelId="{AB80022C-5A27-41C6-A834-00B32C74D292}">
      <dsp:nvSpPr>
        <dsp:cNvPr id="0" name=""/>
        <dsp:cNvSpPr/>
      </dsp:nvSpPr>
      <dsp:spPr>
        <a:xfrm>
          <a:off x="7131140" y="682068"/>
          <a:ext cx="833854" cy="833854"/>
        </a:xfrm>
        <a:prstGeom prst="ellipse">
          <a:avLst/>
        </a:prstGeom>
        <a:gradFill rotWithShape="0">
          <a:gsLst>
            <a:gs pos="0">
              <a:schemeClr val="accent2">
                <a:hueOff val="4529520"/>
                <a:satOff val="-19617"/>
                <a:lumOff val="16340"/>
                <a:alphaOff val="0"/>
                <a:lumMod val="110000"/>
                <a:satMod val="105000"/>
                <a:tint val="67000"/>
              </a:schemeClr>
            </a:gs>
            <a:gs pos="50000">
              <a:schemeClr val="accent2">
                <a:hueOff val="4529520"/>
                <a:satOff val="-19617"/>
                <a:lumOff val="16340"/>
                <a:alphaOff val="0"/>
                <a:lumMod val="105000"/>
                <a:satMod val="103000"/>
                <a:tint val="73000"/>
              </a:schemeClr>
            </a:gs>
            <a:gs pos="100000">
              <a:schemeClr val="accent2">
                <a:hueOff val="4529520"/>
                <a:satOff val="-19617"/>
                <a:lumOff val="16340"/>
                <a:alphaOff val="0"/>
                <a:lumMod val="105000"/>
                <a:satMod val="109000"/>
                <a:tint val="81000"/>
              </a:schemeClr>
            </a:gs>
          </a:gsLst>
          <a:lin ang="5400000" scaled="0"/>
        </a:gradFill>
        <a:ln w="6350" cap="flat" cmpd="sng" algn="ctr">
          <a:solidFill>
            <a:schemeClr val="accent2">
              <a:hueOff val="4529520"/>
              <a:satOff val="-19617"/>
              <a:lumOff val="1634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65011" tIns="12700" rIns="65011" bIns="12700" numCol="1" spcCol="1270" anchor="ctr" anchorCtr="0">
          <a:noAutofit/>
        </a:bodyPr>
        <a:lstStyle/>
        <a:p>
          <a:pPr marL="0" lvl="0" indent="0" algn="ctr" defTabSz="1778000">
            <a:lnSpc>
              <a:spcPct val="90000"/>
            </a:lnSpc>
            <a:spcBef>
              <a:spcPct val="0"/>
            </a:spcBef>
            <a:spcAft>
              <a:spcPct val="35000"/>
            </a:spcAft>
            <a:buNone/>
          </a:pPr>
          <a:r>
            <a:rPr lang="en-US" sz="4000" kern="1200"/>
            <a:t>4</a:t>
          </a:r>
        </a:p>
      </dsp:txBody>
      <dsp:txXfrm>
        <a:off x="7253255" y="804183"/>
        <a:ext cx="589624" cy="589624"/>
      </dsp:txXfrm>
    </dsp:sp>
    <dsp:sp modelId="{42F639C0-AE0A-41C0-A126-52327E41D8C0}">
      <dsp:nvSpPr>
        <dsp:cNvPr id="0" name=""/>
        <dsp:cNvSpPr/>
      </dsp:nvSpPr>
      <dsp:spPr>
        <a:xfrm>
          <a:off x="6555383" y="3183561"/>
          <a:ext cx="1985368" cy="72"/>
        </a:xfrm>
        <a:prstGeom prst="rect">
          <a:avLst/>
        </a:prstGeom>
        <a:gradFill rotWithShape="0">
          <a:gsLst>
            <a:gs pos="0">
              <a:schemeClr val="accent2">
                <a:hueOff val="5284440"/>
                <a:satOff val="-22887"/>
                <a:lumOff val="19063"/>
                <a:alphaOff val="0"/>
                <a:lumMod val="110000"/>
                <a:satMod val="105000"/>
                <a:tint val="67000"/>
              </a:schemeClr>
            </a:gs>
            <a:gs pos="50000">
              <a:schemeClr val="accent2">
                <a:hueOff val="5284440"/>
                <a:satOff val="-22887"/>
                <a:lumOff val="19063"/>
                <a:alphaOff val="0"/>
                <a:lumMod val="105000"/>
                <a:satMod val="103000"/>
                <a:tint val="73000"/>
              </a:schemeClr>
            </a:gs>
            <a:gs pos="100000">
              <a:schemeClr val="accent2">
                <a:hueOff val="5284440"/>
                <a:satOff val="-22887"/>
                <a:lumOff val="19063"/>
                <a:alphaOff val="0"/>
                <a:lumMod val="105000"/>
                <a:satMod val="109000"/>
                <a:tint val="81000"/>
              </a:schemeClr>
            </a:gs>
          </a:gsLst>
          <a:lin ang="5400000" scaled="0"/>
        </a:gradFill>
        <a:ln w="6350" cap="flat" cmpd="sng" algn="ctr">
          <a:solidFill>
            <a:schemeClr val="accent2">
              <a:hueOff val="5284440"/>
              <a:satOff val="-22887"/>
              <a:lumOff val="19063"/>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sp>
    <dsp:sp modelId="{41A0BB2C-0ED6-4101-8BCC-2E5AA87A6EDA}">
      <dsp:nvSpPr>
        <dsp:cNvPr id="0" name=""/>
        <dsp:cNvSpPr/>
      </dsp:nvSpPr>
      <dsp:spPr>
        <a:xfrm>
          <a:off x="8739289" y="404116"/>
          <a:ext cx="1985368" cy="2779516"/>
        </a:xfrm>
        <a:prstGeom prst="rect">
          <a:avLst/>
        </a:prstGeom>
        <a:solidFill>
          <a:schemeClr val="accent2">
            <a:tint val="40000"/>
            <a:alpha val="90000"/>
            <a:hueOff val="6633838"/>
            <a:satOff val="-3671"/>
            <a:lumOff val="4330"/>
            <a:alphaOff val="0"/>
          </a:schemeClr>
        </a:solidFill>
        <a:ln w="6350" cap="flat" cmpd="sng" algn="ctr">
          <a:solidFill>
            <a:schemeClr val="accent2">
              <a:tint val="40000"/>
              <a:alpha val="90000"/>
              <a:hueOff val="6633838"/>
              <a:satOff val="-3671"/>
              <a:lumOff val="433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54787" tIns="330200" rIns="154787" bIns="330200" numCol="1" spcCol="1270" anchor="t" anchorCtr="0">
          <a:noAutofit/>
        </a:bodyPr>
        <a:lstStyle/>
        <a:p>
          <a:pPr marL="0" lvl="0" indent="0" algn="l" defTabSz="488950">
            <a:lnSpc>
              <a:spcPct val="90000"/>
            </a:lnSpc>
            <a:spcBef>
              <a:spcPct val="0"/>
            </a:spcBef>
            <a:spcAft>
              <a:spcPct val="35000"/>
            </a:spcAft>
            <a:buNone/>
          </a:pPr>
          <a:r>
            <a:rPr lang="en-US" sz="1100" i="0" kern="1200" baseline="0"/>
            <a:t>Expand Data Insights:</a:t>
          </a:r>
          <a:br>
            <a:rPr lang="en-US" sz="1100" i="0" kern="1200" baseline="0"/>
          </a:br>
          <a:r>
            <a:rPr lang="en-US" sz="1100" i="0" kern="1200" baseline="0"/>
            <a:t>Collect data on delays, customer feedback, and maintenance to refine forecasts.</a:t>
          </a:r>
          <a:endParaRPr lang="en-US" sz="1100" kern="1200"/>
        </a:p>
      </dsp:txBody>
      <dsp:txXfrm>
        <a:off x="8739289" y="1460333"/>
        <a:ext cx="1985368" cy="1667709"/>
      </dsp:txXfrm>
    </dsp:sp>
    <dsp:sp modelId="{156195DA-1DD5-43A0-9D36-096A95C6E791}">
      <dsp:nvSpPr>
        <dsp:cNvPr id="0" name=""/>
        <dsp:cNvSpPr/>
      </dsp:nvSpPr>
      <dsp:spPr>
        <a:xfrm>
          <a:off x="9315046" y="682068"/>
          <a:ext cx="833854" cy="833854"/>
        </a:xfrm>
        <a:prstGeom prst="ellipse">
          <a:avLst/>
        </a:prstGeom>
        <a:gradFill rotWithShape="0">
          <a:gsLst>
            <a:gs pos="0">
              <a:schemeClr val="accent2">
                <a:hueOff val="6039360"/>
                <a:satOff val="-26156"/>
                <a:lumOff val="21787"/>
                <a:alphaOff val="0"/>
                <a:lumMod val="110000"/>
                <a:satMod val="105000"/>
                <a:tint val="67000"/>
              </a:schemeClr>
            </a:gs>
            <a:gs pos="50000">
              <a:schemeClr val="accent2">
                <a:hueOff val="6039360"/>
                <a:satOff val="-26156"/>
                <a:lumOff val="21787"/>
                <a:alphaOff val="0"/>
                <a:lumMod val="105000"/>
                <a:satMod val="103000"/>
                <a:tint val="73000"/>
              </a:schemeClr>
            </a:gs>
            <a:gs pos="100000">
              <a:schemeClr val="accent2">
                <a:hueOff val="6039360"/>
                <a:satOff val="-26156"/>
                <a:lumOff val="21787"/>
                <a:alphaOff val="0"/>
                <a:lumMod val="105000"/>
                <a:satMod val="109000"/>
                <a:tint val="81000"/>
              </a:schemeClr>
            </a:gs>
          </a:gsLst>
          <a:lin ang="5400000" scaled="0"/>
        </a:gradFill>
        <a:ln w="6350" cap="flat" cmpd="sng" algn="ctr">
          <a:solidFill>
            <a:schemeClr val="accent2">
              <a:hueOff val="6039360"/>
              <a:satOff val="-26156"/>
              <a:lumOff val="21787"/>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65011" tIns="12700" rIns="65011" bIns="12700" numCol="1" spcCol="1270" anchor="ctr" anchorCtr="0">
          <a:noAutofit/>
        </a:bodyPr>
        <a:lstStyle/>
        <a:p>
          <a:pPr marL="0" lvl="0" indent="0" algn="ctr" defTabSz="1778000">
            <a:lnSpc>
              <a:spcPct val="90000"/>
            </a:lnSpc>
            <a:spcBef>
              <a:spcPct val="0"/>
            </a:spcBef>
            <a:spcAft>
              <a:spcPct val="35000"/>
            </a:spcAft>
            <a:buNone/>
          </a:pPr>
          <a:r>
            <a:rPr lang="en-US" sz="4000" kern="1200"/>
            <a:t>5</a:t>
          </a:r>
        </a:p>
      </dsp:txBody>
      <dsp:txXfrm>
        <a:off x="9437161" y="804183"/>
        <a:ext cx="589624" cy="589624"/>
      </dsp:txXfrm>
    </dsp:sp>
    <dsp:sp modelId="{7F53D71F-0C3E-4CED-82C3-0BAC219B5257}">
      <dsp:nvSpPr>
        <dsp:cNvPr id="0" name=""/>
        <dsp:cNvSpPr/>
      </dsp:nvSpPr>
      <dsp:spPr>
        <a:xfrm>
          <a:off x="8739289" y="3183561"/>
          <a:ext cx="1985368" cy="72"/>
        </a:xfrm>
        <a:prstGeom prst="rect">
          <a:avLst/>
        </a:prstGeom>
        <a:gradFill rotWithShape="0">
          <a:gsLst>
            <a:gs pos="0">
              <a:schemeClr val="accent2">
                <a:hueOff val="6794280"/>
                <a:satOff val="-29426"/>
                <a:lumOff val="24510"/>
                <a:alphaOff val="0"/>
                <a:lumMod val="110000"/>
                <a:satMod val="105000"/>
                <a:tint val="67000"/>
              </a:schemeClr>
            </a:gs>
            <a:gs pos="50000">
              <a:schemeClr val="accent2">
                <a:hueOff val="6794280"/>
                <a:satOff val="-29426"/>
                <a:lumOff val="24510"/>
                <a:alphaOff val="0"/>
                <a:lumMod val="105000"/>
                <a:satMod val="103000"/>
                <a:tint val="73000"/>
              </a:schemeClr>
            </a:gs>
            <a:gs pos="100000">
              <a:schemeClr val="accent2">
                <a:hueOff val="6794280"/>
                <a:satOff val="-29426"/>
                <a:lumOff val="24510"/>
                <a:alphaOff val="0"/>
                <a:lumMod val="105000"/>
                <a:satMod val="109000"/>
                <a:tint val="81000"/>
              </a:schemeClr>
            </a:gs>
          </a:gsLst>
          <a:lin ang="5400000" scaled="0"/>
        </a:gradFill>
        <a:ln w="6350" cap="flat" cmpd="sng" algn="ctr">
          <a:solidFill>
            <a:schemeClr val="accent2">
              <a:hueOff val="6794280"/>
              <a:satOff val="-29426"/>
              <a:lumOff val="2451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sp>
  </dsp:spTree>
</dsp:drawing>
</file>

<file path=ppt/diagrams/layout1.xml><?xml version="1.0" encoding="utf-8"?>
<dgm:layoutDef xmlns:dgm="http://schemas.openxmlformats.org/drawingml/2006/diagram" xmlns:a="http://schemas.openxmlformats.org/drawingml/2006/main" uniqueId="urn:microsoft.com/office/officeart/2016/7/layout/BasicLinearProcessNumbered">
  <dgm:title val="Basic Linear Process Numbered"/>
  <dgm:desc val="Used to show a progression; a timeline; sequential steps in a task, process, or workflow; or to emphasize movement or direction. Automatic numbers have been introduced to show the steps of the process which appears in a circle. Level 1 and Level 2 text appear in a rectangle."/>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101" type="sibTrans" cxnId="4">
          <dgm:prSet phldrT="1"/>
          <dgm:t>
            <a:bodyPr/>
            <a:lstStyle/>
            <a:p>
              <a:r>
                <a:t>1</a:t>
              </a:r>
            </a:p>
          </dgm:t>
        </dgm:pt>
        <dgm:pt modelId="201" type="sibTrans" cxnId="5">
          <dgm:prSet phldrT="2"/>
          <dgm:t>
            <a:bodyPr/>
            <a:lstStyle/>
            <a:p>
              <a:r>
                <a:t>2</a:t>
              </a:r>
            </a:p>
          </dgm:t>
        </dgm:pt>
        <dgm:pt modelId="301" type="sibTrans" cxnId="6">
          <dgm:prSet phldrT="3"/>
          <dgm:t>
            <a:bodyPr/>
            <a:lstStyle/>
            <a:p>
              <a:r>
                <a:t>3</a:t>
              </a:r>
            </a:p>
          </dgm:t>
        </dgm:pt>
      </dgm:ptLst>
      <dgm:cxnLst>
        <dgm:cxn modelId="4" srcId="0" destId="1" srcOrd="0" destOrd="0" sibTransId="101"/>
        <dgm:cxn modelId="5" srcId="0" destId="2" srcOrd="1" destOrd="0" sibTransId="201"/>
        <dgm:cxn modelId="6" srcId="0" destId="3" srcOrd="2" destOrd="0" sibTransId="301"/>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animLvl val="lvl"/>
      <dgm:resizeHandles val="exact"/>
    </dgm:varLst>
    <dgm:alg type="lin">
      <dgm:param type="linDir" val="fromL"/>
      <dgm:param type="nodeVertAlign" val="t"/>
    </dgm:alg>
    <dgm:shape xmlns:r="http://schemas.openxmlformats.org/officeDocument/2006/relationships" r:blip="">
      <dgm:adjLst/>
    </dgm:shape>
    <dgm:presOf/>
    <dgm:constrLst>
      <dgm:constr type="h" for="ch" forName="compositeNode" refType="h"/>
      <dgm:constr type="w" for="ch" forName="compositeNode" refType="w"/>
      <dgm:constr type="w" for="des" forName="simulatedConn" refType="w" refFor="ch" refForName="compositeNode" fact="0.15"/>
      <dgm:constr type="h" for="des" forName="simulatedConn" refType="w" refFor="des" refForName="simulatedConn"/>
      <dgm:constr type="h" for="des" forName="vSp1" refType="w" refFor="ch" refForName="compositeNode" fact="0.8"/>
      <dgm:constr type="h" for="des" forName="vSp2" refType="w" refFor="ch" refForName="compositeNode" fact="0.07"/>
      <dgm:constr type="w" for="ch" forName="vProcSp" refType="w" refFor="des" refForName="simulatedConn" op="equ"/>
      <dgm:constr type="h" for="ch" forName="vProcSp" refType="h" refFor="ch" refForName="compositeNode" op="equ"/>
      <dgm:constr type="w" for="ch" forName="sibTrans" refType="w" refFor="ch" refForName="compositeNode" fact="0.1"/>
      <dgm:constr type="primFontSz" for="des" forName="sibTransNodeCircle" op="equ"/>
      <dgm:constr type="primFontSz" for="des" forName="nodeText" op="equ"/>
      <dgm:constr type="h" for="des" forName="sibTransNodeCircle" op="equ"/>
      <dgm:constr type="w" for="des" forName="sibTransNodeCircle" op="equ"/>
    </dgm:constrLst>
    <dgm:ruleLst>
      <dgm:rule type="h" val="NaN" fact="1.2" max="NaN"/>
    </dgm:ruleLst>
    <dgm:forEach name="Name4" axis="ch" ptType="node">
      <dgm:layoutNode name="compositeNode">
        <dgm:varLst>
          <dgm:bulletEnabled val="1"/>
        </dgm:varLst>
        <dgm:alg type="composite"/>
        <dgm:constrLst>
          <dgm:constr type="h" refType="w" op="lte" fact="1.4"/>
          <dgm:constr type="w" for="ch" forName="bgRect" refType="w"/>
          <dgm:constr type="h" for="ch" forName="bgRect" refType="h"/>
          <dgm:constr type="t" for="ch" forName="bgRect"/>
          <dgm:constr type="l" for="ch" forName="bgRect"/>
          <dgm:constr type="h" for="ch" forName="sibTransNodeCircle" refType="h" refFor="ch" refForName="bgRect" fact="0.3"/>
          <dgm:constr type="w" for="ch" forName="sibTransNodeCircle" refType="h" refFor="ch" refForName="sibTransNodeCircle"/>
          <dgm:constr type="ctrX" for="ch" forName="sibTransNodeCircle" refType="w" fact="0.5"/>
          <dgm:constr type="ctrY" for="ch" forName="sibTransNodeCircle" refType="h" fact="0.25"/>
          <dgm:constr type="r" for="ch" forName="nodeText" refType="r" refFor="ch" refForName="bgRect"/>
          <dgm:constr type="h" for="ch" forName="nodeText" refType="h" refFor="ch" refForName="bgRect" fact="0.6"/>
          <dgm:constr type="t" for="ch" forName="nodeText" refType="h" refFor="ch" refForName="bgRect" fact="0.38"/>
          <dgm:constr type="b" for="ch" forName="bottomLine" refType="b" refFor="ch" refForName="bgRect"/>
          <dgm:constr type="w" for="ch" forName="bottomLine" refType="w" refFor="ch" refForName="bgRect"/>
          <dgm:constr type="h" for="ch" forName="bottomLine" val="0.002"/>
        </dgm:constrLst>
        <dgm:ruleLst/>
        <dgm:layoutNode name="bgRect" styleLbl="bgAccFollowNode1">
          <dgm:alg type="sp"/>
          <dgm:shape xmlns:r="http://schemas.openxmlformats.org/officeDocument/2006/relationships" type="rect" r:blip="">
            <dgm:adjLst/>
          </dgm:shape>
          <dgm:presOf axis="self"/>
          <dgm:constrLst/>
          <dgm:ruleLst/>
        </dgm:layoutNode>
        <dgm:forEach name="Name19" axis="followSib" ptType="sibTrans" hideLastTrans="0" cnt="1">
          <dgm:layoutNode name="sibTransNodeCircle" styleLbl="alignNode1">
            <dgm:varLst>
              <dgm:chMax val="0"/>
              <dgm:bulletEnabled/>
            </dgm:varLst>
            <dgm:presOf axis="self" ptType="sibTrans"/>
            <dgm:alg type="tx">
              <dgm:param type="txAnchorVert" val="mid"/>
              <dgm:param type="txAnchorHorzCh" val="ctr"/>
            </dgm:alg>
            <dgm:shape xmlns:r="http://schemas.openxmlformats.org/officeDocument/2006/relationships" type="ellipse" r:blip="">
              <dgm:adjLst/>
            </dgm:shape>
            <dgm:constrLst>
              <dgm:constr type="w" refType="h" op="lte"/>
              <dgm:constr type="primFontSz" val="48"/>
              <dgm:constr type="tMarg" val="1"/>
              <dgm:constr type="lMarg" refType="w" fact="0.221"/>
              <dgm:constr type="rMarg" refType="w" fact="0.221"/>
              <dgm:constr type="bMarg" val="1"/>
            </dgm:constrLst>
            <dgm:ruleLst>
              <dgm:rule type="primFontSz" val="14" fact="NaN" max="NaN"/>
            </dgm:ruleLst>
          </dgm:layoutNode>
        </dgm:forEach>
        <dgm:layoutNode name="bottomLine" styleLbl="alignNode1">
          <dgm:varLst/>
          <dgm:presOf/>
          <dgm:alg type="sp"/>
          <dgm:shape xmlns:r="http://schemas.openxmlformats.org/officeDocument/2006/relationships" type="rect" r:blip="">
            <dgm:adjLst/>
          </dgm:shape>
          <dgm:constrLst/>
          <dgm:ruleLst/>
        </dgm:layoutNode>
        <dgm:layoutNode name="nodeText" styleLbl="bgAccFollowNode1" moveWith="bgRect">
          <dgm:varLst>
            <dgm:bulletEnabled val="1"/>
          </dgm:varLst>
          <dgm:alg type="tx">
            <dgm:param type="parTxLTRAlign" val="l"/>
            <dgm:param type="parTxRTLAlign" val="r"/>
            <dgm:param type="txAnchorVert" val="t"/>
          </dgm:alg>
          <dgm:shape xmlns:r="http://schemas.openxmlformats.org/officeDocument/2006/relationships" type="rect" r:blip="" zOrderOff="-1" hideGeom="1">
            <dgm:adjLst/>
          </dgm:shape>
          <dgm:presOf axis="desOrSelf" ptType="node"/>
          <dgm:constrLst>
            <dgm:constr type="primFontSz" val="26"/>
            <dgm:constr type="tMarg" val="26"/>
            <dgm:constr type="lMarg" refType="w" fact="0.221"/>
            <dgm:constr type="rMarg" refType="w" fact="0.221"/>
            <dgm:constr type="bMarg" val="26"/>
          </dgm:constrLst>
          <dgm:ruleLst>
            <dgm:rule type="primFontSz" val="11" fact="NaN" max="NaN"/>
          </dgm:ruleLst>
        </dgm:layoutNode>
      </dgm:layoutNode>
      <dgm:forEach name="Name14" axis="followSib" ptType="sibTrans" cnt="1">
        <dgm:layoutNode name="sibTrans">
          <dgm:alg type="sp"/>
          <dgm:shape xmlns:r="http://schemas.openxmlformats.org/officeDocument/2006/relationships" r:blip="">
            <dgm:adjLst/>
          </dgm:shape>
          <dgm:presOf/>
          <dgm:constrLst/>
          <dgm:ruleLst/>
        </dgm:layoutNode>
      </dgm:forEach>
    </dgm:forEach>
  </dgm:layoutNode>
  <dgm:extLst>
    <a:ext uri="{4F341089-5ED1-44EC-B178-C955D00A3D55}">
      <dgm1611:autoBuNodeInfoLst xmlns:dgm1611="http://schemas.microsoft.com/office/drawing/2016/11/diagram">
        <dgm1611:autoBuNodeInfo lvl="1" ptType="sibTrans">
          <dgm1611:buPr prefix="" leadZeros="0">
            <a:buAutoNum type="arabicParenBoth"/>
          </dgm1611:buPr>
        </dgm1611:autoBuNodeInfo>
      </dgm1611:autoBuNodeInfoLst>
    </a:ext>
  </dgm:extLst>
</dgm:layoutDef>
</file>

<file path=ppt/diagrams/quickStyle1.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D5AD42F-C959-4A24-AE6D-2123C0232364}" type="datetimeFigureOut">
              <a:rPr lang="en-US" smtClean="0"/>
              <a:t>4/29/2025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8C7FFA9-6636-4A3D-AF5D-B4696FA8611C}" type="slidenum">
              <a:rPr lang="en-US" smtClean="0"/>
              <a:t>‹#›</a:t>
            </a:fld>
            <a:endParaRPr lang="en-US"/>
          </a:p>
        </p:txBody>
      </p:sp>
    </p:spTree>
    <p:extLst>
      <p:ext uri="{BB962C8B-B14F-4D97-AF65-F5344CB8AC3E}">
        <p14:creationId xmlns:p14="http://schemas.microsoft.com/office/powerpoint/2010/main" val="35535613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8C7FFA9-6636-4A3D-AF5D-B4696FA8611C}" type="slidenum">
              <a:rPr lang="en-US" smtClean="0"/>
              <a:t>3</a:t>
            </a:fld>
            <a:endParaRPr lang="en-US"/>
          </a:p>
        </p:txBody>
      </p:sp>
    </p:spTree>
    <p:extLst>
      <p:ext uri="{BB962C8B-B14F-4D97-AF65-F5344CB8AC3E}">
        <p14:creationId xmlns:p14="http://schemas.microsoft.com/office/powerpoint/2010/main" val="57255190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8C7FFA9-6636-4A3D-AF5D-B4696FA8611C}" type="slidenum">
              <a:rPr lang="en-US" smtClean="0"/>
              <a:t>8</a:t>
            </a:fld>
            <a:endParaRPr lang="en-US"/>
          </a:p>
        </p:txBody>
      </p:sp>
    </p:spTree>
    <p:extLst>
      <p:ext uri="{BB962C8B-B14F-4D97-AF65-F5344CB8AC3E}">
        <p14:creationId xmlns:p14="http://schemas.microsoft.com/office/powerpoint/2010/main" val="212735958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640013" y="484479"/>
            <a:ext cx="6911974" cy="2954655"/>
          </a:xfrm>
        </p:spPr>
        <p:txBody>
          <a:bodyPr anchor="b">
            <a:normAutofit/>
          </a:bodyPr>
          <a:lstStyle>
            <a:lvl1pPr algn="ctr">
              <a:defRPr sz="5600" spc="-100" baseline="0"/>
            </a:lvl1pPr>
          </a:lstStyle>
          <a:p>
            <a:r>
              <a:rPr lang="en-US"/>
              <a:t>Click to edit Master title style</a:t>
            </a:r>
            <a:endParaRPr lang="en-US" dirty="0"/>
          </a:p>
        </p:txBody>
      </p:sp>
      <p:sp>
        <p:nvSpPr>
          <p:cNvPr id="3" name="Subtitle 2"/>
          <p:cNvSpPr>
            <a:spLocks noGrp="1"/>
          </p:cNvSpPr>
          <p:nvPr>
            <p:ph type="subTitle" idx="1"/>
          </p:nvPr>
        </p:nvSpPr>
        <p:spPr>
          <a:xfrm>
            <a:off x="2640013" y="3799133"/>
            <a:ext cx="6911974" cy="1969841"/>
          </a:xfrm>
        </p:spPr>
        <p:txBody>
          <a:bodyPr>
            <a:normAutofit/>
          </a:bodyPr>
          <a:lstStyle>
            <a:lvl1pPr marL="0" indent="0" algn="ctr">
              <a:buNone/>
              <a:defRPr sz="2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31837" y="6138000"/>
            <a:ext cx="3095626" cy="720000"/>
          </a:xfrm>
          <a:prstGeom prst="rect">
            <a:avLst/>
          </a:prstGeom>
        </p:spPr>
        <p:txBody>
          <a:bodyPr/>
          <a:lstStyle/>
          <a:p>
            <a:fld id="{2395C5C9-164C-46B3-A87E-7660D39D3106}" type="datetime2">
              <a:rPr lang="en-US" smtClean="0"/>
              <a:t>Tuesday, April 29, 2025</a:t>
            </a:fld>
            <a:endParaRPr lang="en-US" dirty="0"/>
          </a:p>
        </p:txBody>
      </p:sp>
      <p:sp>
        <p:nvSpPr>
          <p:cNvPr id="5" name="Footer Placeholder 4"/>
          <p:cNvSpPr>
            <a:spLocks noGrp="1"/>
          </p:cNvSpPr>
          <p:nvPr>
            <p:ph type="ftr" sz="quarter" idx="11"/>
          </p:nvPr>
        </p:nvSpPr>
        <p:spPr>
          <a:xfrm>
            <a:off x="4548188" y="6138000"/>
            <a:ext cx="5003800" cy="720000"/>
          </a:xfrm>
          <a:prstGeom prst="rect">
            <a:avLst/>
          </a:prstGeom>
        </p:spPr>
        <p:txBody>
          <a:bodyPr/>
          <a:lstStyle/>
          <a:p>
            <a:pPr algn="l"/>
            <a:r>
              <a:rPr lang="en-US" dirty="0"/>
              <a:t>Sample Footer Text</a:t>
            </a:r>
          </a:p>
        </p:txBody>
      </p:sp>
      <p:sp>
        <p:nvSpPr>
          <p:cNvPr id="6" name="Slide Number Placeholder 5"/>
          <p:cNvSpPr>
            <a:spLocks noGrp="1"/>
          </p:cNvSpPr>
          <p:nvPr>
            <p:ph type="sldNum" sz="quarter" idx="12"/>
          </p:nvPr>
        </p:nvSpPr>
        <p:spPr>
          <a:xfrm>
            <a:off x="10272713" y="6138000"/>
            <a:ext cx="1187449" cy="720000"/>
          </a:xfrm>
          <a:prstGeom prst="rect">
            <a:avLst/>
          </a:prstGeom>
        </p:spPr>
        <p:txBody>
          <a:bodyPr/>
          <a:lstStyle/>
          <a:p>
            <a:fld id="{1621B6DD-29C1-4FEA-923F-71EA1347694C}" type="slidenum">
              <a:rPr lang="en-US" smtClean="0"/>
              <a:t>‹#›</a:t>
            </a:fld>
            <a:endParaRPr lang="en-US"/>
          </a:p>
        </p:txBody>
      </p:sp>
    </p:spTree>
    <p:extLst>
      <p:ext uri="{BB962C8B-B14F-4D97-AF65-F5344CB8AC3E}">
        <p14:creationId xmlns:p14="http://schemas.microsoft.com/office/powerpoint/2010/main" val="4654497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720000" y="2541600"/>
            <a:ext cx="10728325" cy="32273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731837" y="6138000"/>
            <a:ext cx="3095626" cy="720000"/>
          </a:xfrm>
          <a:prstGeom prst="rect">
            <a:avLst/>
          </a:prstGeom>
        </p:spPr>
        <p:txBody>
          <a:bodyPr/>
          <a:lstStyle/>
          <a:p>
            <a:fld id="{4DDCFF8A-AAF8-4A12-8A91-9CA0EAF6CBB9}" type="datetime2">
              <a:rPr lang="en-US" smtClean="0"/>
              <a:t>Tuesday, April 29, 2025</a:t>
            </a:fld>
            <a:endParaRPr lang="en-US" dirty="0"/>
          </a:p>
        </p:txBody>
      </p:sp>
      <p:sp>
        <p:nvSpPr>
          <p:cNvPr id="5" name="Footer Placeholder 4"/>
          <p:cNvSpPr>
            <a:spLocks noGrp="1"/>
          </p:cNvSpPr>
          <p:nvPr>
            <p:ph type="ftr" sz="quarter" idx="11"/>
          </p:nvPr>
        </p:nvSpPr>
        <p:spPr>
          <a:xfrm>
            <a:off x="4548188" y="6138000"/>
            <a:ext cx="5003800" cy="720000"/>
          </a:xfrm>
          <a:prstGeom prst="rect">
            <a:avLst/>
          </a:prstGeom>
        </p:spPr>
        <p:txBody>
          <a:bodyPr/>
          <a:lstStyle/>
          <a:p>
            <a:pPr algn="l"/>
            <a:r>
              <a:rPr lang="en-US" dirty="0"/>
              <a:t>Sample Footer Text</a:t>
            </a:r>
          </a:p>
        </p:txBody>
      </p:sp>
      <p:sp>
        <p:nvSpPr>
          <p:cNvPr id="6" name="Slide Number Placeholder 5"/>
          <p:cNvSpPr>
            <a:spLocks noGrp="1"/>
          </p:cNvSpPr>
          <p:nvPr>
            <p:ph type="sldNum" sz="quarter" idx="12"/>
          </p:nvPr>
        </p:nvSpPr>
        <p:spPr>
          <a:xfrm>
            <a:off x="10272713" y="6138000"/>
            <a:ext cx="1187449" cy="720000"/>
          </a:xfrm>
          <a:prstGeom prst="rect">
            <a:avLst/>
          </a:prstGeom>
        </p:spPr>
        <p:txBody>
          <a:bodyPr/>
          <a:lstStyle/>
          <a:p>
            <a:fld id="{1621B6DD-29C1-4FEA-923F-71EA1347694C}" type="slidenum">
              <a:rPr lang="en-US" smtClean="0"/>
              <a:t>‹#›</a:t>
            </a:fld>
            <a:endParaRPr lang="en-US"/>
          </a:p>
        </p:txBody>
      </p:sp>
    </p:spTree>
    <p:extLst>
      <p:ext uri="{BB962C8B-B14F-4D97-AF65-F5344CB8AC3E}">
        <p14:creationId xmlns:p14="http://schemas.microsoft.com/office/powerpoint/2010/main" val="25179927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0000" y="619200"/>
            <a:ext cx="10728326" cy="2879724"/>
          </a:xfrm>
        </p:spPr>
        <p:txBody>
          <a:bodyPr anchor="b">
            <a:normAutofit/>
          </a:bodyPr>
          <a:lstStyle>
            <a:lvl1pPr>
              <a:defRPr sz="5600"/>
            </a:lvl1pPr>
          </a:lstStyle>
          <a:p>
            <a:r>
              <a:rPr lang="en-US"/>
              <a:t>Click to edit Master title style</a:t>
            </a:r>
            <a:endParaRPr lang="en-US" dirty="0"/>
          </a:p>
        </p:txBody>
      </p:sp>
      <p:sp>
        <p:nvSpPr>
          <p:cNvPr id="3" name="Text Placeholder 2"/>
          <p:cNvSpPr>
            <a:spLocks noGrp="1"/>
          </p:cNvSpPr>
          <p:nvPr>
            <p:ph type="body" idx="1"/>
          </p:nvPr>
        </p:nvSpPr>
        <p:spPr>
          <a:xfrm>
            <a:off x="719910" y="3858924"/>
            <a:ext cx="10728326" cy="1919076"/>
          </a:xfrm>
        </p:spPr>
        <p:txBody>
          <a:bodyPr>
            <a:normAutofit/>
          </a:bodyPr>
          <a:lstStyle>
            <a:lvl1pPr marL="0" indent="0">
              <a:buNone/>
              <a:defRPr sz="2800">
                <a:solidFill>
                  <a:schemeClr val="tx1">
                    <a:tint val="75000"/>
                    <a:alpha val="6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731837" y="6138000"/>
            <a:ext cx="3095626" cy="720000"/>
          </a:xfrm>
          <a:prstGeom prst="rect">
            <a:avLst/>
          </a:prstGeom>
        </p:spPr>
        <p:txBody>
          <a:bodyPr/>
          <a:lstStyle/>
          <a:p>
            <a:fld id="{ABCC25C3-021A-4B0B-8F70-0C181FE1CF45}" type="datetime2">
              <a:rPr lang="en-US" smtClean="0"/>
              <a:t>Tuesday, April 29, 2025</a:t>
            </a:fld>
            <a:endParaRPr lang="en-US"/>
          </a:p>
        </p:txBody>
      </p:sp>
      <p:sp>
        <p:nvSpPr>
          <p:cNvPr id="5" name="Footer Placeholder 4"/>
          <p:cNvSpPr>
            <a:spLocks noGrp="1"/>
          </p:cNvSpPr>
          <p:nvPr>
            <p:ph type="ftr" sz="quarter" idx="11"/>
          </p:nvPr>
        </p:nvSpPr>
        <p:spPr>
          <a:xfrm>
            <a:off x="4548188" y="6138000"/>
            <a:ext cx="5003800" cy="720000"/>
          </a:xfrm>
          <a:prstGeom prst="rect">
            <a:avLst/>
          </a:prstGeom>
        </p:spPr>
        <p:txBody>
          <a:bodyPr/>
          <a:lstStyle/>
          <a:p>
            <a:pPr algn="l"/>
            <a:r>
              <a:rPr lang="en-US" dirty="0"/>
              <a:t>Sample Footer Text</a:t>
            </a:r>
          </a:p>
        </p:txBody>
      </p:sp>
      <p:sp>
        <p:nvSpPr>
          <p:cNvPr id="6" name="Slide Number Placeholder 5"/>
          <p:cNvSpPr>
            <a:spLocks noGrp="1"/>
          </p:cNvSpPr>
          <p:nvPr>
            <p:ph type="sldNum" sz="quarter" idx="12"/>
          </p:nvPr>
        </p:nvSpPr>
        <p:spPr>
          <a:xfrm>
            <a:off x="10272713" y="6138000"/>
            <a:ext cx="1187449" cy="720000"/>
          </a:xfrm>
          <a:prstGeom prst="rect">
            <a:avLst/>
          </a:prstGeom>
        </p:spPr>
        <p:txBody>
          <a:bodyPr/>
          <a:lstStyle/>
          <a:p>
            <a:fld id="{1621B6DD-29C1-4FEA-923F-71EA1347694C}" type="slidenum">
              <a:rPr lang="en-US" smtClean="0"/>
              <a:t>‹#›</a:t>
            </a:fld>
            <a:endParaRPr lang="en-US"/>
          </a:p>
        </p:txBody>
      </p:sp>
    </p:spTree>
    <p:extLst>
      <p:ext uri="{BB962C8B-B14F-4D97-AF65-F5344CB8AC3E}">
        <p14:creationId xmlns:p14="http://schemas.microsoft.com/office/powerpoint/2010/main" val="13176922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720000" y="2541600"/>
            <a:ext cx="5003800" cy="32345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58400" y="2541600"/>
            <a:ext cx="5003801" cy="32345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a:xfrm>
            <a:off x="731837" y="6138000"/>
            <a:ext cx="3095626" cy="720000"/>
          </a:xfrm>
          <a:prstGeom prst="rect">
            <a:avLst/>
          </a:prstGeom>
        </p:spPr>
        <p:txBody>
          <a:bodyPr/>
          <a:lstStyle/>
          <a:p>
            <a:fld id="{0C23D88D-8CEC-4ED9-A53B-5596187D9A16}" type="datetime2">
              <a:rPr lang="en-US" smtClean="0"/>
              <a:t>Tuesday, April 29, 2025</a:t>
            </a:fld>
            <a:endParaRPr lang="en-US"/>
          </a:p>
        </p:txBody>
      </p:sp>
      <p:sp>
        <p:nvSpPr>
          <p:cNvPr id="6" name="Footer Placeholder 5"/>
          <p:cNvSpPr>
            <a:spLocks noGrp="1"/>
          </p:cNvSpPr>
          <p:nvPr>
            <p:ph type="ftr" sz="quarter" idx="11"/>
          </p:nvPr>
        </p:nvSpPr>
        <p:spPr>
          <a:xfrm>
            <a:off x="4548188" y="6138000"/>
            <a:ext cx="5003800" cy="720000"/>
          </a:xfrm>
          <a:prstGeom prst="rect">
            <a:avLst/>
          </a:prstGeom>
        </p:spPr>
        <p:txBody>
          <a:bodyPr/>
          <a:lstStyle/>
          <a:p>
            <a:r>
              <a:rPr lang="en-US"/>
              <a:t>Sample Footer Text</a:t>
            </a:r>
          </a:p>
        </p:txBody>
      </p:sp>
      <p:sp>
        <p:nvSpPr>
          <p:cNvPr id="7" name="Slide Number Placeholder 6"/>
          <p:cNvSpPr>
            <a:spLocks noGrp="1"/>
          </p:cNvSpPr>
          <p:nvPr>
            <p:ph type="sldNum" sz="quarter" idx="12"/>
          </p:nvPr>
        </p:nvSpPr>
        <p:spPr>
          <a:xfrm>
            <a:off x="10272713" y="6138000"/>
            <a:ext cx="1187449" cy="720000"/>
          </a:xfrm>
          <a:prstGeom prst="rect">
            <a:avLst/>
          </a:prstGeom>
        </p:spPr>
        <p:txBody>
          <a:bodyPr/>
          <a:lstStyle/>
          <a:p>
            <a:fld id="{1621B6DD-29C1-4FEA-923F-71EA1347694C}" type="slidenum">
              <a:rPr lang="en-US" smtClean="0"/>
              <a:t>‹#›</a:t>
            </a:fld>
            <a:endParaRPr lang="en-US"/>
          </a:p>
        </p:txBody>
      </p:sp>
    </p:spTree>
    <p:extLst>
      <p:ext uri="{BB962C8B-B14F-4D97-AF65-F5344CB8AC3E}">
        <p14:creationId xmlns:p14="http://schemas.microsoft.com/office/powerpoint/2010/main" val="11806645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720000" y="619200"/>
            <a:ext cx="10728325" cy="673005"/>
          </a:xfrm>
        </p:spPr>
        <p:txBody>
          <a:bodyPr>
            <a:normAutofit/>
          </a:bodyPr>
          <a:lstStyle/>
          <a:p>
            <a:r>
              <a:rPr lang="en-US"/>
              <a:t>Click to edit Master title style</a:t>
            </a:r>
            <a:endParaRPr lang="en-US" dirty="0"/>
          </a:p>
        </p:txBody>
      </p:sp>
      <p:sp>
        <p:nvSpPr>
          <p:cNvPr id="3" name="Text Placeholder 2"/>
          <p:cNvSpPr>
            <a:spLocks noGrp="1"/>
          </p:cNvSpPr>
          <p:nvPr>
            <p:ph type="body" idx="1"/>
          </p:nvPr>
        </p:nvSpPr>
        <p:spPr>
          <a:xfrm>
            <a:off x="720000" y="1840698"/>
            <a:ext cx="5015638" cy="565796"/>
          </a:xfrm>
        </p:spPr>
        <p:txBody>
          <a:bodyPr wrap="square" anchor="b">
            <a:normAutofit/>
          </a:bodyPr>
          <a:lstStyle>
            <a:lvl1pPr marL="0" indent="0">
              <a:lnSpc>
                <a:spcPct val="120000"/>
              </a:lnSpc>
              <a:buNone/>
              <a:defRPr sz="1600" b="0" cap="all" spc="200" baseline="0">
                <a:solidFill>
                  <a:schemeClr val="tx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720000" y="2541600"/>
            <a:ext cx="5003801" cy="32345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58400" y="1840698"/>
            <a:ext cx="5015638" cy="565796"/>
          </a:xfrm>
        </p:spPr>
        <p:txBody>
          <a:bodyPr anchor="b">
            <a:normAutofit/>
          </a:bodyPr>
          <a:lstStyle>
            <a:lvl1pPr marL="0" indent="0">
              <a:lnSpc>
                <a:spcPct val="120000"/>
              </a:lnSpc>
              <a:buNone/>
              <a:defRPr sz="1600" b="0" cap="all" spc="200" baseline="0">
                <a:solidFill>
                  <a:schemeClr val="tx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58400" y="2541600"/>
            <a:ext cx="5003800" cy="32345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a:xfrm>
            <a:off x="731837" y="6138000"/>
            <a:ext cx="3095626" cy="720000"/>
          </a:xfrm>
          <a:prstGeom prst="rect">
            <a:avLst/>
          </a:prstGeom>
        </p:spPr>
        <p:txBody>
          <a:bodyPr/>
          <a:lstStyle/>
          <a:p>
            <a:fld id="{D2CCD382-DFDA-4722-A27A-59C21AD112F2}" type="datetime2">
              <a:rPr lang="en-US" smtClean="0"/>
              <a:t>Tuesday, April 29, 2025</a:t>
            </a:fld>
            <a:endParaRPr lang="en-US"/>
          </a:p>
        </p:txBody>
      </p:sp>
      <p:sp>
        <p:nvSpPr>
          <p:cNvPr id="8" name="Footer Placeholder 7"/>
          <p:cNvSpPr>
            <a:spLocks noGrp="1"/>
          </p:cNvSpPr>
          <p:nvPr>
            <p:ph type="ftr" sz="quarter" idx="11"/>
          </p:nvPr>
        </p:nvSpPr>
        <p:spPr>
          <a:xfrm>
            <a:off x="4548188" y="6138000"/>
            <a:ext cx="5003800" cy="720000"/>
          </a:xfrm>
          <a:prstGeom prst="rect">
            <a:avLst/>
          </a:prstGeom>
        </p:spPr>
        <p:txBody>
          <a:bodyPr/>
          <a:lstStyle/>
          <a:p>
            <a:r>
              <a:rPr lang="en-US"/>
              <a:t>Sample Footer Text</a:t>
            </a:r>
          </a:p>
        </p:txBody>
      </p:sp>
      <p:sp>
        <p:nvSpPr>
          <p:cNvPr id="9" name="Slide Number Placeholder 8"/>
          <p:cNvSpPr>
            <a:spLocks noGrp="1"/>
          </p:cNvSpPr>
          <p:nvPr>
            <p:ph type="sldNum" sz="quarter" idx="12"/>
          </p:nvPr>
        </p:nvSpPr>
        <p:spPr>
          <a:xfrm>
            <a:off x="10272713" y="6138000"/>
            <a:ext cx="1187449" cy="720000"/>
          </a:xfrm>
          <a:prstGeom prst="rect">
            <a:avLst/>
          </a:prstGeom>
        </p:spPr>
        <p:txBody>
          <a:bodyPr/>
          <a:lstStyle/>
          <a:p>
            <a:fld id="{1621B6DD-29C1-4FEA-923F-71EA1347694C}" type="slidenum">
              <a:rPr lang="en-US" smtClean="0"/>
              <a:t>‹#›</a:t>
            </a:fld>
            <a:endParaRPr lang="en-US"/>
          </a:p>
        </p:txBody>
      </p:sp>
    </p:spTree>
    <p:extLst>
      <p:ext uri="{BB962C8B-B14F-4D97-AF65-F5344CB8AC3E}">
        <p14:creationId xmlns:p14="http://schemas.microsoft.com/office/powerpoint/2010/main" val="38074728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a:xfrm>
            <a:off x="731837" y="6138000"/>
            <a:ext cx="3095626" cy="720000"/>
          </a:xfrm>
          <a:prstGeom prst="rect">
            <a:avLst/>
          </a:prstGeom>
        </p:spPr>
        <p:txBody>
          <a:bodyPr/>
          <a:lstStyle/>
          <a:p>
            <a:fld id="{22F2A30D-1C09-413F-AAB1-38F366000715}" type="datetime2">
              <a:rPr lang="en-US" smtClean="0"/>
              <a:t>Tuesday, April 29, 2025</a:t>
            </a:fld>
            <a:endParaRPr lang="en-US"/>
          </a:p>
        </p:txBody>
      </p:sp>
      <p:sp>
        <p:nvSpPr>
          <p:cNvPr id="4" name="Footer Placeholder 3"/>
          <p:cNvSpPr>
            <a:spLocks noGrp="1"/>
          </p:cNvSpPr>
          <p:nvPr>
            <p:ph type="ftr" sz="quarter" idx="11"/>
          </p:nvPr>
        </p:nvSpPr>
        <p:spPr>
          <a:xfrm>
            <a:off x="4548188" y="6138000"/>
            <a:ext cx="5003800" cy="720000"/>
          </a:xfrm>
          <a:prstGeom prst="rect">
            <a:avLst/>
          </a:prstGeom>
        </p:spPr>
        <p:txBody>
          <a:bodyPr/>
          <a:lstStyle/>
          <a:p>
            <a:r>
              <a:rPr lang="en-US"/>
              <a:t>Sample Footer Text</a:t>
            </a:r>
          </a:p>
        </p:txBody>
      </p:sp>
      <p:sp>
        <p:nvSpPr>
          <p:cNvPr id="5" name="Slide Number Placeholder 4"/>
          <p:cNvSpPr>
            <a:spLocks noGrp="1"/>
          </p:cNvSpPr>
          <p:nvPr>
            <p:ph type="sldNum" sz="quarter" idx="12"/>
          </p:nvPr>
        </p:nvSpPr>
        <p:spPr>
          <a:xfrm>
            <a:off x="10272713" y="6138000"/>
            <a:ext cx="1187449" cy="720000"/>
          </a:xfrm>
          <a:prstGeom prst="rect">
            <a:avLst/>
          </a:prstGeom>
        </p:spPr>
        <p:txBody>
          <a:bodyPr/>
          <a:lstStyle/>
          <a:p>
            <a:fld id="{1621B6DD-29C1-4FEA-923F-71EA1347694C}" type="slidenum">
              <a:rPr lang="en-US" smtClean="0"/>
              <a:t>‹#›</a:t>
            </a:fld>
            <a:endParaRPr lang="en-US"/>
          </a:p>
        </p:txBody>
      </p:sp>
    </p:spTree>
    <p:extLst>
      <p:ext uri="{BB962C8B-B14F-4D97-AF65-F5344CB8AC3E}">
        <p14:creationId xmlns:p14="http://schemas.microsoft.com/office/powerpoint/2010/main" val="20880702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731837" y="6138000"/>
            <a:ext cx="3095626" cy="720000"/>
          </a:xfrm>
          <a:prstGeom prst="rect">
            <a:avLst/>
          </a:prstGeom>
        </p:spPr>
        <p:txBody>
          <a:bodyPr/>
          <a:lstStyle/>
          <a:p>
            <a:fld id="{6DB82B9C-D65E-4F64-95C3-B10F3B00F0D9}" type="datetime2">
              <a:rPr lang="en-US" smtClean="0"/>
              <a:t>Tuesday, April 29, 2025</a:t>
            </a:fld>
            <a:endParaRPr lang="en-US"/>
          </a:p>
        </p:txBody>
      </p:sp>
      <p:sp>
        <p:nvSpPr>
          <p:cNvPr id="3" name="Footer Placeholder 2"/>
          <p:cNvSpPr>
            <a:spLocks noGrp="1"/>
          </p:cNvSpPr>
          <p:nvPr>
            <p:ph type="ftr" sz="quarter" idx="11"/>
          </p:nvPr>
        </p:nvSpPr>
        <p:spPr>
          <a:xfrm>
            <a:off x="4548188" y="6138000"/>
            <a:ext cx="5003800" cy="720000"/>
          </a:xfrm>
          <a:prstGeom prst="rect">
            <a:avLst/>
          </a:prstGeom>
        </p:spPr>
        <p:txBody>
          <a:bodyPr/>
          <a:lstStyle/>
          <a:p>
            <a:r>
              <a:rPr lang="en-US"/>
              <a:t>Sample Footer Text</a:t>
            </a:r>
          </a:p>
        </p:txBody>
      </p:sp>
      <p:sp>
        <p:nvSpPr>
          <p:cNvPr id="4" name="Slide Number Placeholder 3"/>
          <p:cNvSpPr>
            <a:spLocks noGrp="1"/>
          </p:cNvSpPr>
          <p:nvPr>
            <p:ph type="sldNum" sz="quarter" idx="12"/>
          </p:nvPr>
        </p:nvSpPr>
        <p:spPr>
          <a:xfrm>
            <a:off x="10272713" y="6138000"/>
            <a:ext cx="1187449" cy="720000"/>
          </a:xfrm>
          <a:prstGeom prst="rect">
            <a:avLst/>
          </a:prstGeom>
        </p:spPr>
        <p:txBody>
          <a:bodyPr/>
          <a:lstStyle/>
          <a:p>
            <a:fld id="{1621B6DD-29C1-4FEA-923F-71EA1347694C}" type="slidenum">
              <a:rPr lang="en-US" smtClean="0"/>
              <a:t>‹#›</a:t>
            </a:fld>
            <a:endParaRPr lang="en-US"/>
          </a:p>
        </p:txBody>
      </p:sp>
    </p:spTree>
    <p:extLst>
      <p:ext uri="{BB962C8B-B14F-4D97-AF65-F5344CB8AC3E}">
        <p14:creationId xmlns:p14="http://schemas.microsoft.com/office/powerpoint/2010/main" val="31426515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20000" y="619200"/>
            <a:ext cx="3107463" cy="1477328"/>
          </a:xfrm>
        </p:spPr>
        <p:txBody>
          <a:bodyPr anchor="t" anchorCtr="0">
            <a:normAutofit/>
          </a:bodyPr>
          <a:lstStyle>
            <a:lvl1pPr>
              <a:lnSpc>
                <a:spcPct val="100000"/>
              </a:lnSpc>
              <a:defRPr sz="2800"/>
            </a:lvl1pPr>
          </a:lstStyle>
          <a:p>
            <a:r>
              <a:rPr lang="en-US"/>
              <a:t>Click to edit Master title style</a:t>
            </a:r>
            <a:endParaRPr lang="en-US" dirty="0"/>
          </a:p>
        </p:txBody>
      </p:sp>
      <p:sp>
        <p:nvSpPr>
          <p:cNvPr id="3" name="Content Placeholder 2"/>
          <p:cNvSpPr>
            <a:spLocks noGrp="1"/>
          </p:cNvSpPr>
          <p:nvPr>
            <p:ph idx="1"/>
          </p:nvPr>
        </p:nvSpPr>
        <p:spPr>
          <a:xfrm>
            <a:off x="4548188" y="584662"/>
            <a:ext cx="6911974" cy="5184313"/>
          </a:xfrm>
        </p:spPr>
        <p:txBody>
          <a:bodyPr/>
          <a:lstStyle>
            <a:lvl1pPr marL="0" indent="0">
              <a:lnSpc>
                <a:spcPct val="100000"/>
              </a:lnSpc>
              <a:buNone/>
              <a:defRPr sz="4800"/>
            </a:lvl1pPr>
            <a:lvl2pPr marL="914400" indent="-457200">
              <a:buFont typeface="Arial" panose="020B0604020202020204" pitchFamily="34" charset="0"/>
              <a:buChar char="•"/>
              <a:defRPr sz="2000"/>
            </a:lvl2pPr>
            <a:lvl3pPr marL="1257300" indent="-342900">
              <a:buFont typeface="Arial" panose="020B0604020202020204" pitchFamily="34" charset="0"/>
              <a:buChar char="•"/>
              <a:defRPr sz="2000"/>
            </a:lvl3pPr>
            <a:lvl4pPr marL="1714500" indent="-342900">
              <a:buFont typeface="Arial" panose="020B0604020202020204" pitchFamily="34" charset="0"/>
              <a:buChar char="•"/>
              <a:defRPr sz="2000"/>
            </a:lvl4pPr>
            <a:lvl5pPr marL="2171700" indent="-342900">
              <a:buFont typeface="Arial" panose="020B0604020202020204" pitchFamily="34" charset="0"/>
              <a:buChar cha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20000" y="2541600"/>
            <a:ext cx="3107463" cy="3231837"/>
          </a:xfrm>
        </p:spPr>
        <p:txBody>
          <a:bodyPr>
            <a:normAutofit/>
          </a:bodyPr>
          <a:lstStyle>
            <a:lvl1pPr marL="0" indent="0">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31837" y="6138000"/>
            <a:ext cx="3095626" cy="720000"/>
          </a:xfrm>
          <a:prstGeom prst="rect">
            <a:avLst/>
          </a:prstGeom>
        </p:spPr>
        <p:txBody>
          <a:bodyPr/>
          <a:lstStyle/>
          <a:p>
            <a:fld id="{B7F5FDCC-6AAC-4A08-B9E0-3793AB5E64C3}" type="datetime2">
              <a:rPr lang="en-US" smtClean="0"/>
              <a:t>Tuesday, April 29, 2025</a:t>
            </a:fld>
            <a:endParaRPr lang="en-US"/>
          </a:p>
        </p:txBody>
      </p:sp>
      <p:sp>
        <p:nvSpPr>
          <p:cNvPr id="6" name="Footer Placeholder 5"/>
          <p:cNvSpPr>
            <a:spLocks noGrp="1"/>
          </p:cNvSpPr>
          <p:nvPr>
            <p:ph type="ftr" sz="quarter" idx="11"/>
          </p:nvPr>
        </p:nvSpPr>
        <p:spPr>
          <a:xfrm>
            <a:off x="4548188" y="6138000"/>
            <a:ext cx="5003800" cy="720000"/>
          </a:xfrm>
          <a:prstGeom prst="rect">
            <a:avLst/>
          </a:prstGeom>
        </p:spPr>
        <p:txBody>
          <a:bodyPr/>
          <a:lstStyle/>
          <a:p>
            <a:r>
              <a:rPr lang="en-US"/>
              <a:t>Sample Footer Text</a:t>
            </a:r>
          </a:p>
        </p:txBody>
      </p:sp>
      <p:sp>
        <p:nvSpPr>
          <p:cNvPr id="7" name="Slide Number Placeholder 6"/>
          <p:cNvSpPr>
            <a:spLocks noGrp="1"/>
          </p:cNvSpPr>
          <p:nvPr>
            <p:ph type="sldNum" sz="quarter" idx="12"/>
          </p:nvPr>
        </p:nvSpPr>
        <p:spPr>
          <a:xfrm>
            <a:off x="10272713" y="6138000"/>
            <a:ext cx="1187449" cy="720000"/>
          </a:xfrm>
          <a:prstGeom prst="rect">
            <a:avLst/>
          </a:prstGeom>
        </p:spPr>
        <p:txBody>
          <a:bodyPr/>
          <a:lstStyle/>
          <a:p>
            <a:fld id="{1621B6DD-29C1-4FEA-923F-71EA1347694C}" type="slidenum">
              <a:rPr lang="en-US" smtClean="0"/>
              <a:t>‹#›</a:t>
            </a:fld>
            <a:endParaRPr lang="en-US"/>
          </a:p>
        </p:txBody>
      </p:sp>
    </p:spTree>
    <p:extLst>
      <p:ext uri="{BB962C8B-B14F-4D97-AF65-F5344CB8AC3E}">
        <p14:creationId xmlns:p14="http://schemas.microsoft.com/office/powerpoint/2010/main" val="137755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20000" y="619200"/>
            <a:ext cx="3095626" cy="1476000"/>
          </a:xfrm>
        </p:spPr>
        <p:txBody>
          <a:bodyPr anchor="t" anchorCtr="0">
            <a:normAutofit/>
          </a:bodyPr>
          <a:lstStyle>
            <a:lvl1pPr>
              <a:defRPr sz="2800"/>
            </a:lvl1pPr>
          </a:lstStyle>
          <a:p>
            <a:r>
              <a:rPr lang="en-US"/>
              <a:t>Click to edit Master title style</a:t>
            </a:r>
            <a:endParaRPr lang="en-US" dirty="0"/>
          </a:p>
        </p:txBody>
      </p:sp>
      <p:sp>
        <p:nvSpPr>
          <p:cNvPr id="3" name="Picture Placeholder 2"/>
          <p:cNvSpPr>
            <a:spLocks noGrp="1" noChangeAspect="1"/>
          </p:cNvSpPr>
          <p:nvPr>
            <p:ph type="pic" idx="1"/>
          </p:nvPr>
        </p:nvSpPr>
        <p:spPr>
          <a:xfrm>
            <a:off x="4548188" y="728664"/>
            <a:ext cx="6923812" cy="5040312"/>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720000" y="2541600"/>
            <a:ext cx="3095625" cy="3232800"/>
          </a:xfrm>
        </p:spPr>
        <p:txBody>
          <a:bodyPr>
            <a:normAutofit/>
          </a:bodyPr>
          <a:lstStyle>
            <a:lvl1pPr marL="0" indent="0">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31837" y="6138000"/>
            <a:ext cx="3095626" cy="720000"/>
          </a:xfrm>
          <a:prstGeom prst="rect">
            <a:avLst/>
          </a:prstGeom>
        </p:spPr>
        <p:txBody>
          <a:bodyPr/>
          <a:lstStyle/>
          <a:p>
            <a:fld id="{349FE94D-439C-40F1-900E-BC07940E3988}" type="datetime2">
              <a:rPr lang="en-US" smtClean="0"/>
              <a:t>Tuesday, April 29, 2025</a:t>
            </a:fld>
            <a:endParaRPr lang="en-US"/>
          </a:p>
        </p:txBody>
      </p:sp>
      <p:sp>
        <p:nvSpPr>
          <p:cNvPr id="6" name="Footer Placeholder 5"/>
          <p:cNvSpPr>
            <a:spLocks noGrp="1"/>
          </p:cNvSpPr>
          <p:nvPr>
            <p:ph type="ftr" sz="quarter" idx="11"/>
          </p:nvPr>
        </p:nvSpPr>
        <p:spPr>
          <a:xfrm>
            <a:off x="4548188" y="6138000"/>
            <a:ext cx="5003800" cy="720000"/>
          </a:xfrm>
          <a:prstGeom prst="rect">
            <a:avLst/>
          </a:prstGeom>
        </p:spPr>
        <p:txBody>
          <a:bodyPr/>
          <a:lstStyle/>
          <a:p>
            <a:r>
              <a:rPr lang="en-US"/>
              <a:t>Sample Footer Text</a:t>
            </a:r>
          </a:p>
        </p:txBody>
      </p:sp>
      <p:sp>
        <p:nvSpPr>
          <p:cNvPr id="7" name="Slide Number Placeholder 6"/>
          <p:cNvSpPr>
            <a:spLocks noGrp="1"/>
          </p:cNvSpPr>
          <p:nvPr>
            <p:ph type="sldNum" sz="quarter" idx="12"/>
          </p:nvPr>
        </p:nvSpPr>
        <p:spPr>
          <a:xfrm>
            <a:off x="10272713" y="6138000"/>
            <a:ext cx="1187449" cy="720000"/>
          </a:xfrm>
          <a:prstGeom prst="rect">
            <a:avLst/>
          </a:prstGeom>
        </p:spPr>
        <p:txBody>
          <a:bodyPr/>
          <a:lstStyle/>
          <a:p>
            <a:fld id="{1621B6DD-29C1-4FEA-923F-71EA1347694C}" type="slidenum">
              <a:rPr lang="en-US" smtClean="0"/>
              <a:t>‹#›</a:t>
            </a:fld>
            <a:endParaRPr lang="en-US"/>
          </a:p>
        </p:txBody>
      </p:sp>
    </p:spTree>
    <p:extLst>
      <p:ext uri="{BB962C8B-B14F-4D97-AF65-F5344CB8AC3E}">
        <p14:creationId xmlns:p14="http://schemas.microsoft.com/office/powerpoint/2010/main" val="369157336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720000" y="2636838"/>
            <a:ext cx="10728325" cy="313213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731837" y="6138000"/>
            <a:ext cx="3095626" cy="720000"/>
          </a:xfrm>
          <a:prstGeom prst="rect">
            <a:avLst/>
          </a:prstGeom>
        </p:spPr>
        <p:txBody>
          <a:bodyPr/>
          <a:lstStyle/>
          <a:p>
            <a:fld id="{5B75179A-1E2B-41AB-B400-4F1B4022FAEE}" type="datetime2">
              <a:rPr lang="en-US" smtClean="0"/>
              <a:t>Tuesday, April 29, 2025</a:t>
            </a:fld>
            <a:endParaRPr lang="en-US"/>
          </a:p>
        </p:txBody>
      </p:sp>
      <p:sp>
        <p:nvSpPr>
          <p:cNvPr id="5" name="Footer Placeholder 4"/>
          <p:cNvSpPr>
            <a:spLocks noGrp="1"/>
          </p:cNvSpPr>
          <p:nvPr>
            <p:ph type="ftr" sz="quarter" idx="11"/>
          </p:nvPr>
        </p:nvSpPr>
        <p:spPr>
          <a:xfrm>
            <a:off x="4548188" y="6138000"/>
            <a:ext cx="5003800" cy="720000"/>
          </a:xfrm>
          <a:prstGeom prst="rect">
            <a:avLst/>
          </a:prstGeom>
        </p:spPr>
        <p:txBody>
          <a:bodyPr/>
          <a:lstStyle/>
          <a:p>
            <a:r>
              <a:rPr lang="en-US"/>
              <a:t>Sample Footer Text</a:t>
            </a:r>
          </a:p>
        </p:txBody>
      </p:sp>
      <p:sp>
        <p:nvSpPr>
          <p:cNvPr id="6" name="Slide Number Placeholder 5"/>
          <p:cNvSpPr>
            <a:spLocks noGrp="1"/>
          </p:cNvSpPr>
          <p:nvPr>
            <p:ph type="sldNum" sz="quarter" idx="12"/>
          </p:nvPr>
        </p:nvSpPr>
        <p:spPr>
          <a:xfrm>
            <a:off x="10272713" y="6138000"/>
            <a:ext cx="1187449" cy="720000"/>
          </a:xfrm>
          <a:prstGeom prst="rect">
            <a:avLst/>
          </a:prstGeom>
        </p:spPr>
        <p:txBody>
          <a:bodyPr/>
          <a:lstStyle/>
          <a:p>
            <a:fld id="{1621B6DD-29C1-4FEA-923F-71EA1347694C}" type="slidenum">
              <a:rPr lang="en-US" smtClean="0"/>
              <a:t>‹#›</a:t>
            </a:fld>
            <a:endParaRPr lang="en-US"/>
          </a:p>
        </p:txBody>
      </p:sp>
    </p:spTree>
    <p:extLst>
      <p:ext uri="{BB962C8B-B14F-4D97-AF65-F5344CB8AC3E}">
        <p14:creationId xmlns:p14="http://schemas.microsoft.com/office/powerpoint/2010/main" val="2093765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0140486" y="720000"/>
            <a:ext cx="1477328" cy="5048975"/>
          </a:xfrm>
        </p:spPr>
        <p:txBody>
          <a:bodyPr vert="eaVert">
            <a:normAutofit/>
          </a:bodyPr>
          <a:lstStyle>
            <a:lvl1pPr>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731838" y="720000"/>
            <a:ext cx="8929614" cy="504897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731837" y="6138000"/>
            <a:ext cx="3095626" cy="720000"/>
          </a:xfrm>
          <a:prstGeom prst="rect">
            <a:avLst/>
          </a:prstGeom>
        </p:spPr>
        <p:txBody>
          <a:bodyPr/>
          <a:lstStyle/>
          <a:p>
            <a:fld id="{05681D0F-6595-4F14-8EF3-954CD87C797B}" type="datetime2">
              <a:rPr lang="en-US" smtClean="0"/>
              <a:t>Tuesday, April 29, 2025</a:t>
            </a:fld>
            <a:endParaRPr lang="en-US"/>
          </a:p>
        </p:txBody>
      </p:sp>
      <p:sp>
        <p:nvSpPr>
          <p:cNvPr id="5" name="Footer Placeholder 4"/>
          <p:cNvSpPr>
            <a:spLocks noGrp="1"/>
          </p:cNvSpPr>
          <p:nvPr>
            <p:ph type="ftr" sz="quarter" idx="11"/>
          </p:nvPr>
        </p:nvSpPr>
        <p:spPr>
          <a:xfrm>
            <a:off x="4548188" y="6138000"/>
            <a:ext cx="5003800" cy="720000"/>
          </a:xfrm>
          <a:prstGeom prst="rect">
            <a:avLst/>
          </a:prstGeom>
        </p:spPr>
        <p:txBody>
          <a:bodyPr/>
          <a:lstStyle/>
          <a:p>
            <a:r>
              <a:rPr lang="en-US"/>
              <a:t>Sample Footer Text</a:t>
            </a:r>
          </a:p>
        </p:txBody>
      </p:sp>
      <p:sp>
        <p:nvSpPr>
          <p:cNvPr id="6" name="Slide Number Placeholder 5"/>
          <p:cNvSpPr>
            <a:spLocks noGrp="1"/>
          </p:cNvSpPr>
          <p:nvPr>
            <p:ph type="sldNum" sz="quarter" idx="12"/>
          </p:nvPr>
        </p:nvSpPr>
        <p:spPr>
          <a:xfrm>
            <a:off x="10272713" y="6138000"/>
            <a:ext cx="1187449" cy="720000"/>
          </a:xfrm>
          <a:prstGeom prst="rect">
            <a:avLst/>
          </a:prstGeom>
        </p:spPr>
        <p:txBody>
          <a:bodyPr/>
          <a:lstStyle/>
          <a:p>
            <a:fld id="{1621B6DD-29C1-4FEA-923F-71EA1347694C}" type="slidenum">
              <a:rPr lang="en-US" smtClean="0"/>
              <a:t>‹#›</a:t>
            </a:fld>
            <a:endParaRPr lang="en-US"/>
          </a:p>
        </p:txBody>
      </p:sp>
    </p:spTree>
    <p:extLst>
      <p:ext uri="{BB962C8B-B14F-4D97-AF65-F5344CB8AC3E}">
        <p14:creationId xmlns:p14="http://schemas.microsoft.com/office/powerpoint/2010/main" val="39082391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09646535-AEF6-4883-A4F9-EEC1F8B4319E}"/>
              </a:ext>
            </a:extLst>
          </p:cNvPr>
          <p:cNvSpPr/>
          <p:nvPr/>
        </p:nvSpPr>
        <p:spPr>
          <a:xfrm>
            <a:off x="0" y="0"/>
            <a:ext cx="12192000" cy="6858000"/>
          </a:xfrm>
          <a:prstGeom prst="rect">
            <a:avLst/>
          </a:prstGeom>
          <a:solidFill>
            <a:schemeClr val="bg2">
              <a:lumMod val="90000"/>
              <a:lumOff val="1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720000" y="619200"/>
            <a:ext cx="10728322" cy="1477328"/>
          </a:xfrm>
          <a:prstGeom prst="rect">
            <a:avLst/>
          </a:prstGeom>
        </p:spPr>
        <p:txBody>
          <a:bodyPr vert="horz" wrap="square" lIns="0" tIns="0" rIns="0" bIns="0" rtlCol="0" anchor="t" anchorCtr="0">
            <a:normAutofit/>
          </a:bodyPr>
          <a:lstStyle/>
          <a:p>
            <a:endParaRPr lang="en-US" dirty="0"/>
          </a:p>
        </p:txBody>
      </p:sp>
      <p:sp>
        <p:nvSpPr>
          <p:cNvPr id="3" name="Text Placeholder 2"/>
          <p:cNvSpPr>
            <a:spLocks noGrp="1"/>
          </p:cNvSpPr>
          <p:nvPr>
            <p:ph type="body" idx="1"/>
          </p:nvPr>
        </p:nvSpPr>
        <p:spPr>
          <a:xfrm>
            <a:off x="720000" y="2541600"/>
            <a:ext cx="10728325" cy="3227375"/>
          </a:xfrm>
          <a:prstGeom prst="rect">
            <a:avLst/>
          </a:prstGeom>
        </p:spPr>
        <p:txBody>
          <a:bodyPr vert="horz" lIns="0" tIns="0" rIns="0" bIns="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31837" y="6138000"/>
            <a:ext cx="3095626" cy="720000"/>
          </a:xfrm>
          <a:prstGeom prst="rect">
            <a:avLst/>
          </a:prstGeom>
        </p:spPr>
        <p:txBody>
          <a:bodyPr vert="horz" lIns="0" tIns="180000" rIns="0" bIns="180000" rtlCol="0" anchor="ctr"/>
          <a:lstStyle>
            <a:lvl1pPr algn="l">
              <a:lnSpc>
                <a:spcPct val="120000"/>
              </a:lnSpc>
              <a:defRPr sz="1200" spc="20" baseline="0">
                <a:solidFill>
                  <a:schemeClr val="tx1"/>
                </a:solidFill>
                <a:latin typeface="+mn-lt"/>
              </a:defRPr>
            </a:lvl1pPr>
          </a:lstStyle>
          <a:p>
            <a:fld id="{8DEA2CF1-0EB2-4673-802D-3371233E4A77}" type="datetime2">
              <a:rPr lang="en-US" smtClean="0"/>
              <a:t>Tuesday, April 29, 2025</a:t>
            </a:fld>
            <a:endParaRPr lang="en-US" dirty="0"/>
          </a:p>
        </p:txBody>
      </p:sp>
      <p:sp>
        <p:nvSpPr>
          <p:cNvPr id="5" name="Footer Placeholder 4"/>
          <p:cNvSpPr>
            <a:spLocks noGrp="1"/>
          </p:cNvSpPr>
          <p:nvPr>
            <p:ph type="ftr" sz="quarter" idx="3"/>
          </p:nvPr>
        </p:nvSpPr>
        <p:spPr>
          <a:xfrm>
            <a:off x="4548188" y="6138000"/>
            <a:ext cx="5003800" cy="720000"/>
          </a:xfrm>
          <a:prstGeom prst="rect">
            <a:avLst/>
          </a:prstGeom>
        </p:spPr>
        <p:txBody>
          <a:bodyPr vert="horz" lIns="0" tIns="180000" rIns="0" bIns="180000" rtlCol="0" anchor="ctr"/>
          <a:lstStyle>
            <a:lvl1pPr algn="ctr">
              <a:lnSpc>
                <a:spcPct val="120000"/>
              </a:lnSpc>
              <a:defRPr sz="1200" spc="20" baseline="0">
                <a:solidFill>
                  <a:schemeClr val="tx1"/>
                </a:solidFill>
                <a:latin typeface="+mn-lt"/>
              </a:defRPr>
            </a:lvl1pPr>
          </a:lstStyle>
          <a:p>
            <a:pPr algn="l"/>
            <a:r>
              <a:rPr lang="en-US"/>
              <a:t>Sample Footer Text</a:t>
            </a:r>
            <a:endParaRPr lang="en-US" dirty="0"/>
          </a:p>
        </p:txBody>
      </p:sp>
      <p:sp>
        <p:nvSpPr>
          <p:cNvPr id="6" name="Slide Number Placeholder 5"/>
          <p:cNvSpPr>
            <a:spLocks noGrp="1"/>
          </p:cNvSpPr>
          <p:nvPr>
            <p:ph type="sldNum" sz="quarter" idx="4"/>
          </p:nvPr>
        </p:nvSpPr>
        <p:spPr>
          <a:xfrm>
            <a:off x="10272713" y="6138000"/>
            <a:ext cx="1187449" cy="720000"/>
          </a:xfrm>
          <a:prstGeom prst="rect">
            <a:avLst/>
          </a:prstGeom>
        </p:spPr>
        <p:txBody>
          <a:bodyPr vert="horz" lIns="0" tIns="180000" rIns="0" bIns="180000" rtlCol="0" anchor="ctr"/>
          <a:lstStyle>
            <a:lvl1pPr algn="r">
              <a:lnSpc>
                <a:spcPct val="120000"/>
              </a:lnSpc>
              <a:defRPr sz="1200" spc="20" baseline="0">
                <a:solidFill>
                  <a:schemeClr val="tx1"/>
                </a:solidFill>
                <a:latin typeface="+mn-lt"/>
              </a:defRPr>
            </a:lvl1pPr>
          </a:lstStyle>
          <a:p>
            <a:fld id="{1621B6DD-29C1-4FEA-923F-71EA1347694C}" type="slidenum">
              <a:rPr lang="en-US" smtClean="0"/>
              <a:pPr/>
              <a:t>‹#›</a:t>
            </a:fld>
            <a:endParaRPr lang="en-US" dirty="0"/>
          </a:p>
        </p:txBody>
      </p:sp>
    </p:spTree>
    <p:extLst>
      <p:ext uri="{BB962C8B-B14F-4D97-AF65-F5344CB8AC3E}">
        <p14:creationId xmlns:p14="http://schemas.microsoft.com/office/powerpoint/2010/main" val="2546584837"/>
      </p:ext>
    </p:extLst>
  </p:cSld>
  <p:clrMap bg1="dk1" tx1="lt1" bg2="dk2" tx2="lt2" accent1="accent1" accent2="accent2" accent3="accent3" accent4="accent4" accent5="accent5" accent6="accent6" hlink="hlink" folHlink="folHlink"/>
  <p:sldLayoutIdLst>
    <p:sldLayoutId id="2147483822" r:id="rId1"/>
    <p:sldLayoutId id="2147483823" r:id="rId2"/>
    <p:sldLayoutId id="2147483824" r:id="rId3"/>
    <p:sldLayoutId id="2147483825" r:id="rId4"/>
    <p:sldLayoutId id="2147483826" r:id="rId5"/>
    <p:sldLayoutId id="2147483820" r:id="rId6"/>
    <p:sldLayoutId id="2147483816" r:id="rId7"/>
    <p:sldLayoutId id="2147483817" r:id="rId8"/>
    <p:sldLayoutId id="2147483818" r:id="rId9"/>
    <p:sldLayoutId id="2147483819" r:id="rId10"/>
    <p:sldLayoutId id="2147483821" r:id="rId11"/>
  </p:sldLayoutIdLst>
  <p:hf sldNum="0" hdr="0" ftr="0" dt="0"/>
  <p:txStyles>
    <p:titleStyle>
      <a:lvl1pPr algn="l" defTabSz="914400" rtl="0" eaLnBrk="1" latinLnBrk="0" hangingPunct="1">
        <a:lnSpc>
          <a:spcPct val="100000"/>
        </a:lnSpc>
        <a:spcBef>
          <a:spcPct val="0"/>
        </a:spcBef>
        <a:buNone/>
        <a:defRPr sz="3200" kern="1200" cap="none"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4"/>
        </a:buClr>
        <a:buFont typeface="The Hand Extrablack" panose="03070A02030502020204" pitchFamily="66" charset="0"/>
        <a:buChar char="•"/>
        <a:defRPr sz="2000" kern="1200" spc="20" baseline="0">
          <a:solidFill>
            <a:schemeClr val="tx1">
              <a:alpha val="58000"/>
            </a:schemeClr>
          </a:solidFill>
          <a:latin typeface="+mn-lt"/>
          <a:ea typeface="+mn-ea"/>
          <a:cs typeface="+mn-cs"/>
        </a:defRPr>
      </a:lvl1pPr>
      <a:lvl2pPr marL="685800" indent="-228600" algn="l" defTabSz="914400" rtl="0" eaLnBrk="1" latinLnBrk="0" hangingPunct="1">
        <a:lnSpc>
          <a:spcPct val="120000"/>
        </a:lnSpc>
        <a:spcBef>
          <a:spcPts val="500"/>
        </a:spcBef>
        <a:buClr>
          <a:schemeClr val="accent4"/>
        </a:buClr>
        <a:buFont typeface="The Hand Extrablack" panose="03070A02030502020204" pitchFamily="66" charset="0"/>
        <a:buChar char="•"/>
        <a:defRPr sz="2000" kern="1200" spc="20" baseline="0">
          <a:solidFill>
            <a:schemeClr val="tx1">
              <a:alpha val="58000"/>
            </a:schemeClr>
          </a:solidFill>
          <a:latin typeface="+mn-lt"/>
          <a:ea typeface="+mn-ea"/>
          <a:cs typeface="+mn-cs"/>
        </a:defRPr>
      </a:lvl2pPr>
      <a:lvl3pPr marL="1143000" indent="-228600" algn="l" defTabSz="914400" rtl="0" eaLnBrk="1" latinLnBrk="0" hangingPunct="1">
        <a:lnSpc>
          <a:spcPct val="120000"/>
        </a:lnSpc>
        <a:spcBef>
          <a:spcPts val="500"/>
        </a:spcBef>
        <a:buClr>
          <a:schemeClr val="accent4"/>
        </a:buClr>
        <a:buFont typeface="The Hand Extrablack" panose="03070A02030502020204" pitchFamily="66" charset="0"/>
        <a:buChar char="•"/>
        <a:defRPr sz="2000" kern="1200" spc="20" baseline="0">
          <a:solidFill>
            <a:schemeClr val="tx1">
              <a:alpha val="58000"/>
            </a:schemeClr>
          </a:solidFill>
          <a:latin typeface="+mn-lt"/>
          <a:ea typeface="+mn-ea"/>
          <a:cs typeface="+mn-cs"/>
        </a:defRPr>
      </a:lvl3pPr>
      <a:lvl4pPr marL="1600200" indent="-228600" algn="l" defTabSz="914400" rtl="0" eaLnBrk="1" latinLnBrk="0" hangingPunct="1">
        <a:lnSpc>
          <a:spcPct val="120000"/>
        </a:lnSpc>
        <a:spcBef>
          <a:spcPts val="500"/>
        </a:spcBef>
        <a:buClr>
          <a:schemeClr val="accent4"/>
        </a:buClr>
        <a:buFont typeface="The Hand Extrablack" panose="03070A02030502020204" pitchFamily="66" charset="0"/>
        <a:buChar char="•"/>
        <a:defRPr sz="2000" kern="1200" spc="20" baseline="0">
          <a:solidFill>
            <a:schemeClr val="tx1">
              <a:alpha val="58000"/>
            </a:schemeClr>
          </a:solidFill>
          <a:latin typeface="+mn-lt"/>
          <a:ea typeface="+mn-ea"/>
          <a:cs typeface="+mn-cs"/>
        </a:defRPr>
      </a:lvl4pPr>
      <a:lvl5pPr marL="2057400" indent="-228600" algn="l" defTabSz="914400" rtl="0" eaLnBrk="1" latinLnBrk="0" hangingPunct="1">
        <a:lnSpc>
          <a:spcPct val="120000"/>
        </a:lnSpc>
        <a:spcBef>
          <a:spcPts val="500"/>
        </a:spcBef>
        <a:buClr>
          <a:schemeClr val="accent4"/>
        </a:buClr>
        <a:buFont typeface="The Hand Extrablack" panose="03070A02030502020204" pitchFamily="66" charset="0"/>
        <a:buChar char="•"/>
        <a:defRPr sz="2000" kern="1200" spc="20" baseline="0">
          <a:solidFill>
            <a:schemeClr val="tx1">
              <a:alpha val="58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64" name="Rectangle 63">
            <a:extLst>
              <a:ext uri="{FF2B5EF4-FFF2-40B4-BE49-F238E27FC236}">
                <a16:creationId xmlns:a16="http://schemas.microsoft.com/office/drawing/2014/main" id="{09646535-AEF6-4883-A4F9-EEC1F8B431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lumMod val="90000"/>
              <a:lumOff val="1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66" name="Rectangle 65">
            <a:extLst>
              <a:ext uri="{FF2B5EF4-FFF2-40B4-BE49-F238E27FC236}">
                <a16:creationId xmlns:a16="http://schemas.microsoft.com/office/drawing/2014/main" id="{05D1035C-3BF0-4FE0-B3A3-1062F86009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36D9EAD-C742-B072-6498-76BCB0E0E170}"/>
              </a:ext>
            </a:extLst>
          </p:cNvPr>
          <p:cNvSpPr>
            <a:spLocks noGrp="1"/>
          </p:cNvSpPr>
          <p:nvPr>
            <p:ph type="ctrTitle"/>
          </p:nvPr>
        </p:nvSpPr>
        <p:spPr>
          <a:xfrm>
            <a:off x="720000" y="619200"/>
            <a:ext cx="4991961" cy="1477328"/>
          </a:xfrm>
        </p:spPr>
        <p:txBody>
          <a:bodyPr vert="horz" wrap="square" lIns="0" tIns="0" rIns="0" bIns="0" rtlCol="0" anchor="ctr" anchorCtr="0">
            <a:normAutofit/>
          </a:bodyPr>
          <a:lstStyle/>
          <a:p>
            <a:pPr algn="l"/>
            <a:r>
              <a:rPr lang="en-US" sz="3200" dirty="0"/>
              <a:t>Port Authority Bus Terminal Passenger Prediction</a:t>
            </a:r>
          </a:p>
        </p:txBody>
      </p:sp>
      <p:sp>
        <p:nvSpPr>
          <p:cNvPr id="3" name="Subtitle 2">
            <a:extLst>
              <a:ext uri="{FF2B5EF4-FFF2-40B4-BE49-F238E27FC236}">
                <a16:creationId xmlns:a16="http://schemas.microsoft.com/office/drawing/2014/main" id="{777D2BFD-510A-468B-1202-8679FF18116E}"/>
              </a:ext>
            </a:extLst>
          </p:cNvPr>
          <p:cNvSpPr>
            <a:spLocks noGrp="1"/>
          </p:cNvSpPr>
          <p:nvPr>
            <p:ph type="subTitle" idx="1"/>
          </p:nvPr>
        </p:nvSpPr>
        <p:spPr>
          <a:xfrm>
            <a:off x="720000" y="2946400"/>
            <a:ext cx="4991962" cy="2811473"/>
          </a:xfrm>
        </p:spPr>
        <p:txBody>
          <a:bodyPr vert="horz" lIns="0" tIns="0" rIns="0" bIns="0" rtlCol="0">
            <a:normAutofit fontScale="92500" lnSpcReduction="10000"/>
          </a:bodyPr>
          <a:lstStyle/>
          <a:p>
            <a:pPr algn="l">
              <a:lnSpc>
                <a:spcPct val="110000"/>
              </a:lnSpc>
            </a:pPr>
            <a:r>
              <a:rPr lang="en-US" sz="2000" dirty="0"/>
              <a:t>Team Members - Group 4 :</a:t>
            </a:r>
          </a:p>
          <a:p>
            <a:pPr marL="57150" indent="-228600" algn="l">
              <a:lnSpc>
                <a:spcPct val="110000"/>
              </a:lnSpc>
              <a:buFont typeface="The Hand Extrablack" panose="03070A02030502020204" pitchFamily="66" charset="0"/>
              <a:buChar char="•"/>
            </a:pPr>
            <a:r>
              <a:rPr lang="en-US" sz="2000" dirty="0"/>
              <a:t>Vekata Jyoshna Narapareddy</a:t>
            </a:r>
          </a:p>
          <a:p>
            <a:pPr marL="57150" indent="-228600" algn="l">
              <a:lnSpc>
                <a:spcPct val="110000"/>
              </a:lnSpc>
              <a:buFont typeface="The Hand Extrablack" panose="03070A02030502020204" pitchFamily="66" charset="0"/>
              <a:buChar char="•"/>
            </a:pPr>
            <a:r>
              <a:rPr lang="en-US" sz="2000" dirty="0"/>
              <a:t>Pooja Dilip </a:t>
            </a:r>
            <a:r>
              <a:rPr lang="en-US" sz="2000" dirty="0" err="1"/>
              <a:t>Talikoti</a:t>
            </a:r>
            <a:endParaRPr lang="en-US" sz="2000" dirty="0"/>
          </a:p>
          <a:p>
            <a:pPr marL="57150" indent="-228600" algn="l">
              <a:lnSpc>
                <a:spcPct val="110000"/>
              </a:lnSpc>
              <a:buFont typeface="The Hand Extrablack" panose="03070A02030502020204" pitchFamily="66" charset="0"/>
              <a:buChar char="•"/>
            </a:pPr>
            <a:r>
              <a:rPr lang="en-US" sz="2000" dirty="0"/>
              <a:t>Mansi Jain</a:t>
            </a:r>
          </a:p>
          <a:p>
            <a:pPr marL="57150" indent="-228600" algn="l">
              <a:lnSpc>
                <a:spcPct val="110000"/>
              </a:lnSpc>
              <a:buFont typeface="The Hand Extrablack" panose="03070A02030502020204" pitchFamily="66" charset="0"/>
              <a:buChar char="•"/>
            </a:pPr>
            <a:r>
              <a:rPr lang="en-US" sz="2000" dirty="0">
                <a:effectLst/>
              </a:rPr>
              <a:t>Srija </a:t>
            </a:r>
            <a:r>
              <a:rPr lang="en-US" sz="2000" dirty="0" err="1">
                <a:effectLst/>
              </a:rPr>
              <a:t>Sripalli</a:t>
            </a:r>
            <a:endParaRPr lang="en-US" sz="2000" dirty="0">
              <a:effectLst/>
            </a:endParaRPr>
          </a:p>
          <a:p>
            <a:pPr marL="57150" indent="-228600" algn="l">
              <a:lnSpc>
                <a:spcPct val="110000"/>
              </a:lnSpc>
              <a:buFont typeface="The Hand Extrablack" panose="03070A02030502020204" pitchFamily="66" charset="0"/>
              <a:buChar char="•"/>
            </a:pPr>
            <a:r>
              <a:rPr lang="en-US" sz="2000" dirty="0"/>
              <a:t>Mythri Potluri</a:t>
            </a:r>
          </a:p>
          <a:p>
            <a:pPr marL="57150" indent="-228600" algn="l">
              <a:lnSpc>
                <a:spcPct val="110000"/>
              </a:lnSpc>
              <a:buFont typeface="The Hand Extrablack" panose="03070A02030502020204" pitchFamily="66" charset="0"/>
              <a:buChar char="•"/>
            </a:pPr>
            <a:r>
              <a:rPr lang="en-US" sz="2000" dirty="0">
                <a:effectLst/>
              </a:rPr>
              <a:t>Nehitha Reddy Aramati</a:t>
            </a:r>
          </a:p>
          <a:p>
            <a:pPr marL="57150" marR="0" lvl="0" indent="-228600" algn="l">
              <a:lnSpc>
                <a:spcPct val="110000"/>
              </a:lnSpc>
              <a:spcAft>
                <a:spcPts val="800"/>
              </a:spcAft>
              <a:buFont typeface="The Hand Extrablack" panose="03070A02030502020204" pitchFamily="66" charset="0"/>
              <a:buChar char="•"/>
              <a:tabLst>
                <a:tab pos="457200" algn="l"/>
              </a:tabLst>
            </a:pPr>
            <a:endParaRPr lang="en-US" sz="2000" dirty="0"/>
          </a:p>
        </p:txBody>
      </p:sp>
      <p:pic>
        <p:nvPicPr>
          <p:cNvPr id="14" name="Picture 13">
            <a:extLst>
              <a:ext uri="{FF2B5EF4-FFF2-40B4-BE49-F238E27FC236}">
                <a16:creationId xmlns:a16="http://schemas.microsoft.com/office/drawing/2014/main" id="{605F9BFD-2787-4859-24E8-6230183B8912}"/>
              </a:ext>
            </a:extLst>
          </p:cNvPr>
          <p:cNvPicPr>
            <a:picLocks noChangeAspect="1"/>
          </p:cNvPicPr>
          <p:nvPr/>
        </p:nvPicPr>
        <p:blipFill>
          <a:blip r:embed="rId2"/>
          <a:srcRect l="24299" r="24298"/>
          <a:stretch/>
        </p:blipFill>
        <p:spPr>
          <a:xfrm>
            <a:off x="6529065" y="10"/>
            <a:ext cx="5662937" cy="6857990"/>
          </a:xfrm>
          <a:custGeom>
            <a:avLst/>
            <a:gdLst/>
            <a:ahLst/>
            <a:cxnLst/>
            <a:rect l="l" t="t" r="r" b="b"/>
            <a:pathLst>
              <a:path w="5662937" h="6858000">
                <a:moveTo>
                  <a:pt x="598332" y="0"/>
                </a:moveTo>
                <a:lnTo>
                  <a:pt x="5662937" y="0"/>
                </a:lnTo>
                <a:lnTo>
                  <a:pt x="5662937" y="6858000"/>
                </a:lnTo>
                <a:lnTo>
                  <a:pt x="0" y="6858000"/>
                </a:lnTo>
                <a:lnTo>
                  <a:pt x="78957" y="6777438"/>
                </a:lnTo>
                <a:cubicBezTo>
                  <a:pt x="291624" y="6544265"/>
                  <a:pt x="490445" y="6275955"/>
                  <a:pt x="672224" y="5969316"/>
                </a:cubicBezTo>
                <a:cubicBezTo>
                  <a:pt x="914596" y="5515036"/>
                  <a:pt x="1066079" y="5030470"/>
                  <a:pt x="1217562" y="4515619"/>
                </a:cubicBezTo>
                <a:cubicBezTo>
                  <a:pt x="1338748" y="3970483"/>
                  <a:pt x="1399341" y="3516203"/>
                  <a:pt x="1399341" y="3061922"/>
                </a:cubicBezTo>
                <a:cubicBezTo>
                  <a:pt x="1399341" y="1948936"/>
                  <a:pt x="1190579" y="1021447"/>
                  <a:pt x="773055" y="279455"/>
                </a:cubicBezTo>
                <a:close/>
              </a:path>
            </a:pathLst>
          </a:custGeom>
        </p:spPr>
      </p:pic>
    </p:spTree>
    <p:extLst>
      <p:ext uri="{BB962C8B-B14F-4D97-AF65-F5344CB8AC3E}">
        <p14:creationId xmlns:p14="http://schemas.microsoft.com/office/powerpoint/2010/main" val="39819539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51AC2215-6E63-7AC7-3CF0-3CDBA7090F62}"/>
            </a:ext>
          </a:extLst>
        </p:cNvPr>
        <p:cNvGrpSpPr/>
        <p:nvPr/>
      </p:nvGrpSpPr>
      <p:grpSpPr>
        <a:xfrm>
          <a:off x="0" y="0"/>
          <a:ext cx="0" cy="0"/>
          <a:chOff x="0" y="0"/>
          <a:chExt cx="0" cy="0"/>
        </a:xfrm>
      </p:grpSpPr>
      <p:sp>
        <p:nvSpPr>
          <p:cNvPr id="95" name="Rectangle 94">
            <a:extLst>
              <a:ext uri="{FF2B5EF4-FFF2-40B4-BE49-F238E27FC236}">
                <a16:creationId xmlns:a16="http://schemas.microsoft.com/office/drawing/2014/main" id="{09646535-AEF6-4883-A4F9-EEC1F8B431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lumMod val="90000"/>
              <a:lumOff val="1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97" name="Rectangle 96">
            <a:extLst>
              <a:ext uri="{FF2B5EF4-FFF2-40B4-BE49-F238E27FC236}">
                <a16:creationId xmlns:a16="http://schemas.microsoft.com/office/drawing/2014/main" id="{E46201F9-63C1-495D-8F7E-E3B99D2DA6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9" name="Rectangle 98">
            <a:extLst>
              <a:ext uri="{FF2B5EF4-FFF2-40B4-BE49-F238E27FC236}">
                <a16:creationId xmlns:a16="http://schemas.microsoft.com/office/drawing/2014/main" id="{07340AD6-FF98-450C-AE35-61F7EE4C12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lumMod val="90000"/>
              <a:lumOff val="1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405E03F-3777-113E-E075-DFFFC19F943E}"/>
              </a:ext>
            </a:extLst>
          </p:cNvPr>
          <p:cNvSpPr>
            <a:spLocks noGrp="1"/>
          </p:cNvSpPr>
          <p:nvPr>
            <p:ph type="ctrTitle"/>
          </p:nvPr>
        </p:nvSpPr>
        <p:spPr>
          <a:xfrm>
            <a:off x="719999" y="619200"/>
            <a:ext cx="11146881" cy="681280"/>
          </a:xfrm>
        </p:spPr>
        <p:txBody>
          <a:bodyPr vert="horz" wrap="square" lIns="0" tIns="0" rIns="0" bIns="0" rtlCol="0" anchor="t" anchorCtr="0">
            <a:normAutofit/>
          </a:bodyPr>
          <a:lstStyle/>
          <a:p>
            <a:r>
              <a:rPr lang="en-US" sz="3200"/>
              <a:t>Forecasting the passengers from 2025-2030</a:t>
            </a:r>
            <a:endParaRPr lang="en-US" sz="3200" dirty="0"/>
          </a:p>
        </p:txBody>
      </p:sp>
      <p:sp>
        <p:nvSpPr>
          <p:cNvPr id="3" name="Subtitle 2">
            <a:extLst>
              <a:ext uri="{FF2B5EF4-FFF2-40B4-BE49-F238E27FC236}">
                <a16:creationId xmlns:a16="http://schemas.microsoft.com/office/drawing/2014/main" id="{307E837A-0A55-3B0D-BA64-51CA052327CA}"/>
              </a:ext>
            </a:extLst>
          </p:cNvPr>
          <p:cNvSpPr>
            <a:spLocks noGrp="1"/>
          </p:cNvSpPr>
          <p:nvPr>
            <p:ph type="subTitle" idx="1"/>
          </p:nvPr>
        </p:nvSpPr>
        <p:spPr>
          <a:xfrm>
            <a:off x="720000" y="1757680"/>
            <a:ext cx="5223601" cy="4481120"/>
          </a:xfrm>
        </p:spPr>
        <p:txBody>
          <a:bodyPr vert="horz" lIns="0" tIns="0" rIns="0" bIns="0" rtlCol="0">
            <a:normAutofit/>
          </a:bodyPr>
          <a:lstStyle/>
          <a:p>
            <a:pPr marL="285750" marR="0" lvl="0" indent="-228600" algn="l">
              <a:spcAft>
                <a:spcPts val="800"/>
              </a:spcAft>
              <a:buFont typeface="The Hand Extrablack" panose="03070A02030502020204" pitchFamily="66" charset="0"/>
              <a:buChar char="•"/>
              <a:tabLst>
                <a:tab pos="457200" algn="l"/>
              </a:tabLst>
            </a:pPr>
            <a:r>
              <a:rPr lang="en-US" sz="2000" dirty="0"/>
              <a:t>We are having the data from 2020 to 2024  by using this data we have forecasted the total number of passengers from 2025-2030.</a:t>
            </a:r>
          </a:p>
          <a:p>
            <a:pPr marL="285750" indent="-228600" algn="l">
              <a:spcAft>
                <a:spcPts val="800"/>
              </a:spcAft>
              <a:buFont typeface="The Hand Extrablack" panose="03070A02030502020204" pitchFamily="66" charset="0"/>
              <a:buChar char="•"/>
              <a:tabLst>
                <a:tab pos="457200" algn="l"/>
              </a:tabLst>
            </a:pPr>
            <a:r>
              <a:rPr lang="en-US" sz="2000" dirty="0"/>
              <a:t>This forecasted data helps the Port Authority plan resources and capacity for future demand and mainly for building the temporary staging facilities.</a:t>
            </a:r>
          </a:p>
          <a:p>
            <a:pPr marL="285750" indent="-228600" algn="l">
              <a:spcAft>
                <a:spcPts val="800"/>
              </a:spcAft>
              <a:buFont typeface="The Hand Extrablack" panose="03070A02030502020204" pitchFamily="66" charset="0"/>
              <a:buChar char="•"/>
              <a:tabLst>
                <a:tab pos="457200" algn="l"/>
              </a:tabLst>
            </a:pPr>
            <a:r>
              <a:rPr lang="en-US" sz="2000" dirty="0"/>
              <a:t>Mitigates risks by preparing contingency plans for worst-case scenarios.</a:t>
            </a:r>
          </a:p>
          <a:p>
            <a:pPr marL="285750" indent="-228600" algn="l">
              <a:spcAft>
                <a:spcPts val="800"/>
              </a:spcAft>
              <a:buFont typeface="The Hand Extrablack" panose="03070A02030502020204" pitchFamily="66" charset="0"/>
              <a:buChar char="•"/>
              <a:tabLst>
                <a:tab pos="457200" algn="l"/>
              </a:tabLst>
            </a:pPr>
            <a:endParaRPr lang="en-US" sz="2000" dirty="0"/>
          </a:p>
          <a:p>
            <a:pPr marL="285750" marR="0" lvl="0" indent="-228600" algn="l">
              <a:spcAft>
                <a:spcPts val="800"/>
              </a:spcAft>
              <a:buFont typeface="The Hand Extrablack" panose="03070A02030502020204" pitchFamily="66" charset="0"/>
              <a:buChar char="•"/>
              <a:tabLst>
                <a:tab pos="457200" algn="l"/>
              </a:tabLst>
            </a:pPr>
            <a:endParaRPr lang="en-US" sz="2000" dirty="0"/>
          </a:p>
          <a:p>
            <a:pPr marL="285750" marR="0" lvl="0" indent="-228600" algn="l">
              <a:spcAft>
                <a:spcPts val="800"/>
              </a:spcAft>
              <a:buFont typeface="The Hand Extrablack" panose="03070A02030502020204" pitchFamily="66" charset="0"/>
              <a:buChar char="•"/>
              <a:tabLst>
                <a:tab pos="457200" algn="l"/>
              </a:tabLst>
            </a:pPr>
            <a:endParaRPr lang="en-US" sz="2000" dirty="0"/>
          </a:p>
          <a:p>
            <a:pPr marL="285750" marR="0" lvl="0" indent="-228600" algn="l">
              <a:spcAft>
                <a:spcPts val="800"/>
              </a:spcAft>
              <a:buFont typeface="The Hand Extrablack" panose="03070A02030502020204" pitchFamily="66" charset="0"/>
              <a:buChar char="•"/>
              <a:tabLst>
                <a:tab pos="457200" algn="l"/>
              </a:tabLst>
            </a:pPr>
            <a:endParaRPr lang="en-US" sz="2000" dirty="0"/>
          </a:p>
          <a:p>
            <a:pPr marL="285750" marR="0" lvl="0" indent="-228600" algn="l">
              <a:spcAft>
                <a:spcPts val="800"/>
              </a:spcAft>
              <a:buFont typeface="The Hand Extrablack" panose="03070A02030502020204" pitchFamily="66" charset="0"/>
              <a:buChar char="•"/>
              <a:tabLst>
                <a:tab pos="457200" algn="l"/>
              </a:tabLst>
            </a:pPr>
            <a:endParaRPr lang="en-US" sz="2000" dirty="0"/>
          </a:p>
          <a:p>
            <a:pPr marL="285750" marR="0" lvl="0" indent="-228600" algn="l">
              <a:spcAft>
                <a:spcPts val="800"/>
              </a:spcAft>
              <a:buFont typeface="The Hand Extrablack" panose="03070A02030502020204" pitchFamily="66" charset="0"/>
              <a:buChar char="•"/>
              <a:tabLst>
                <a:tab pos="457200" algn="l"/>
              </a:tabLst>
            </a:pPr>
            <a:endParaRPr lang="en-US" sz="2000" dirty="0"/>
          </a:p>
          <a:p>
            <a:pPr marL="285750" marR="0" lvl="0" indent="-228600" algn="l">
              <a:spcAft>
                <a:spcPts val="800"/>
              </a:spcAft>
              <a:buFont typeface="The Hand Extrablack" panose="03070A02030502020204" pitchFamily="66" charset="0"/>
              <a:buChar char="•"/>
              <a:tabLst>
                <a:tab pos="457200" algn="l"/>
              </a:tabLst>
            </a:pPr>
            <a:endParaRPr lang="en-US" sz="2000" dirty="0"/>
          </a:p>
          <a:p>
            <a:pPr marR="0" lvl="0" indent="-228600" algn="l">
              <a:spcAft>
                <a:spcPts val="800"/>
              </a:spcAft>
              <a:buFont typeface="The Hand Extrablack" panose="03070A02030502020204" pitchFamily="66" charset="0"/>
              <a:buChar char="•"/>
              <a:tabLst>
                <a:tab pos="457200" algn="l"/>
              </a:tabLst>
            </a:pPr>
            <a:endParaRPr lang="en-US" sz="2000" dirty="0"/>
          </a:p>
        </p:txBody>
      </p:sp>
      <p:pic>
        <p:nvPicPr>
          <p:cNvPr id="7" name="Picture 6">
            <a:extLst>
              <a:ext uri="{FF2B5EF4-FFF2-40B4-BE49-F238E27FC236}">
                <a16:creationId xmlns:a16="http://schemas.microsoft.com/office/drawing/2014/main" id="{04B0C074-3B08-B26A-FCF0-4BBE0D4E76AB}"/>
              </a:ext>
            </a:extLst>
          </p:cNvPr>
          <p:cNvPicPr>
            <a:picLocks noChangeAspect="1"/>
          </p:cNvPicPr>
          <p:nvPr/>
        </p:nvPicPr>
        <p:blipFill>
          <a:blip r:embed="rId2"/>
          <a:stretch>
            <a:fillRect/>
          </a:stretch>
        </p:blipFill>
        <p:spPr>
          <a:xfrm>
            <a:off x="6096000" y="1757680"/>
            <a:ext cx="5739637" cy="4632960"/>
          </a:xfrm>
          <a:prstGeom prst="rect">
            <a:avLst/>
          </a:prstGeom>
        </p:spPr>
      </p:pic>
    </p:spTree>
    <p:extLst>
      <p:ext uri="{BB962C8B-B14F-4D97-AF65-F5344CB8AC3E}">
        <p14:creationId xmlns:p14="http://schemas.microsoft.com/office/powerpoint/2010/main" val="9087281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58D17DDA-22E4-D5BA-4F03-1FEC55BFC926}"/>
            </a:ext>
          </a:extLst>
        </p:cNvPr>
        <p:cNvGrpSpPr/>
        <p:nvPr/>
      </p:nvGrpSpPr>
      <p:grpSpPr>
        <a:xfrm>
          <a:off x="0" y="0"/>
          <a:ext cx="0" cy="0"/>
          <a:chOff x="0" y="0"/>
          <a:chExt cx="0" cy="0"/>
        </a:xfrm>
      </p:grpSpPr>
      <p:sp>
        <p:nvSpPr>
          <p:cNvPr id="101" name="Rectangle 100">
            <a:extLst>
              <a:ext uri="{FF2B5EF4-FFF2-40B4-BE49-F238E27FC236}">
                <a16:creationId xmlns:a16="http://schemas.microsoft.com/office/drawing/2014/main" id="{09646535-AEF6-4883-A4F9-EEC1F8B431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lumMod val="90000"/>
              <a:lumOff val="1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 name="Rectangle 101">
            <a:extLst>
              <a:ext uri="{FF2B5EF4-FFF2-40B4-BE49-F238E27FC236}">
                <a16:creationId xmlns:a16="http://schemas.microsoft.com/office/drawing/2014/main" id="{DB7EFF05-A8DA-4B3E-9C21-7A04283D48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lumMod val="90000"/>
              <a:lumOff val="1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5" name="Rectangle 104">
            <a:extLst>
              <a:ext uri="{FF2B5EF4-FFF2-40B4-BE49-F238E27FC236}">
                <a16:creationId xmlns:a16="http://schemas.microsoft.com/office/drawing/2014/main" id="{AFAE2A12-140C-4527-B721-72C1DD3FC6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7" name="Rectangle 106">
            <a:extLst>
              <a:ext uri="{FF2B5EF4-FFF2-40B4-BE49-F238E27FC236}">
                <a16:creationId xmlns:a16="http://schemas.microsoft.com/office/drawing/2014/main" id="{A5B43FC7-6A19-4DF3-8506-485B555007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lumMod val="90000"/>
              <a:lumOff val="1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 name="Freeform: Shape 108">
            <a:extLst>
              <a:ext uri="{FF2B5EF4-FFF2-40B4-BE49-F238E27FC236}">
                <a16:creationId xmlns:a16="http://schemas.microsoft.com/office/drawing/2014/main" id="{7E689040-6301-4CD3-A20F-EA809EAD514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custGeom>
            <a:avLst/>
            <a:gdLst>
              <a:gd name="connsiteX0" fmla="*/ 0 w 12192000"/>
              <a:gd name="connsiteY0" fmla="*/ 0 h 6858000"/>
              <a:gd name="connsiteX1" fmla="*/ 10344100 w 12192000"/>
              <a:gd name="connsiteY1" fmla="*/ 0 h 6858000"/>
              <a:gd name="connsiteX2" fmla="*/ 10628041 w 12192000"/>
              <a:gd name="connsiteY2" fmla="*/ 181981 h 6858000"/>
              <a:gd name="connsiteX3" fmla="*/ 10890786 w 12192000"/>
              <a:gd name="connsiteY3" fmla="*/ 404196 h 6858000"/>
              <a:gd name="connsiteX4" fmla="*/ 12140703 w 12192000"/>
              <a:gd name="connsiteY4" fmla="*/ 2501275 h 6858000"/>
              <a:gd name="connsiteX5" fmla="*/ 12192000 w 12192000"/>
              <a:gd name="connsiteY5" fmla="*/ 2695497 h 6858000"/>
              <a:gd name="connsiteX6" fmla="*/ 12192000 w 12192000"/>
              <a:gd name="connsiteY6" fmla="*/ 5699618 h 6858000"/>
              <a:gd name="connsiteX7" fmla="*/ 12152883 w 12192000"/>
              <a:gd name="connsiteY7" fmla="*/ 5839731 h 6858000"/>
              <a:gd name="connsiteX8" fmla="*/ 11693517 w 12192000"/>
              <a:gd name="connsiteY8" fmla="*/ 6719283 h 6858000"/>
              <a:gd name="connsiteX9" fmla="*/ 11571478 w 12192000"/>
              <a:gd name="connsiteY9" fmla="*/ 6858000 h 6858000"/>
              <a:gd name="connsiteX10" fmla="*/ 0 w 12192000"/>
              <a:gd name="connsiteY10"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192000" h="6858000">
                <a:moveTo>
                  <a:pt x="0" y="0"/>
                </a:moveTo>
                <a:lnTo>
                  <a:pt x="10344100" y="0"/>
                </a:lnTo>
                <a:lnTo>
                  <a:pt x="10628041" y="181981"/>
                </a:lnTo>
                <a:cubicBezTo>
                  <a:pt x="10728383" y="255277"/>
                  <a:pt x="10816544" y="329736"/>
                  <a:pt x="10890786" y="404196"/>
                </a:cubicBezTo>
                <a:cubicBezTo>
                  <a:pt x="11447593" y="962641"/>
                  <a:pt x="11888399" y="1637430"/>
                  <a:pt x="12140703" y="2501275"/>
                </a:cubicBezTo>
                <a:lnTo>
                  <a:pt x="12192000" y="2695497"/>
                </a:lnTo>
                <a:lnTo>
                  <a:pt x="12192000" y="5699618"/>
                </a:lnTo>
                <a:lnTo>
                  <a:pt x="12152883" y="5839731"/>
                </a:lnTo>
                <a:cubicBezTo>
                  <a:pt x="12041522" y="6174798"/>
                  <a:pt x="11888399" y="6467982"/>
                  <a:pt x="11693517" y="6719283"/>
                </a:cubicBezTo>
                <a:lnTo>
                  <a:pt x="11571478" y="6858000"/>
                </a:lnTo>
                <a:lnTo>
                  <a:pt x="0" y="6858000"/>
                </a:lnTo>
                <a:close/>
              </a:path>
            </a:pathLst>
          </a:custGeom>
          <a:solidFill>
            <a:schemeClr val="bg2"/>
          </a:soli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sp>
        <p:nvSpPr>
          <p:cNvPr id="2" name="Title 1">
            <a:extLst>
              <a:ext uri="{FF2B5EF4-FFF2-40B4-BE49-F238E27FC236}">
                <a16:creationId xmlns:a16="http://schemas.microsoft.com/office/drawing/2014/main" id="{D7DC3E89-0E70-5A1E-4DDF-FACCBD7E90E3}"/>
              </a:ext>
            </a:extLst>
          </p:cNvPr>
          <p:cNvSpPr>
            <a:spLocks noGrp="1"/>
          </p:cNvSpPr>
          <p:nvPr>
            <p:ph type="ctrTitle"/>
          </p:nvPr>
        </p:nvSpPr>
        <p:spPr>
          <a:xfrm>
            <a:off x="720000" y="619200"/>
            <a:ext cx="6923813" cy="1477328"/>
          </a:xfrm>
        </p:spPr>
        <p:txBody>
          <a:bodyPr vert="horz" wrap="square" lIns="0" tIns="0" rIns="0" bIns="0" rtlCol="0" anchor="t" anchorCtr="0">
            <a:normAutofit/>
          </a:bodyPr>
          <a:lstStyle/>
          <a:p>
            <a:pPr algn="l"/>
            <a:r>
              <a:rPr lang="en-US" sz="3200"/>
              <a:t>Critical Factors Influencing the number of Passengers</a:t>
            </a:r>
          </a:p>
        </p:txBody>
      </p:sp>
      <p:sp>
        <p:nvSpPr>
          <p:cNvPr id="3" name="Subtitle 2">
            <a:extLst>
              <a:ext uri="{FF2B5EF4-FFF2-40B4-BE49-F238E27FC236}">
                <a16:creationId xmlns:a16="http://schemas.microsoft.com/office/drawing/2014/main" id="{B79C9894-42A2-91EA-ED5F-1F0B2D31FD54}"/>
              </a:ext>
            </a:extLst>
          </p:cNvPr>
          <p:cNvSpPr>
            <a:spLocks noGrp="1"/>
          </p:cNvSpPr>
          <p:nvPr>
            <p:ph type="subTitle" idx="1"/>
          </p:nvPr>
        </p:nvSpPr>
        <p:spPr>
          <a:xfrm>
            <a:off x="638720" y="2519120"/>
            <a:ext cx="10716487" cy="3320975"/>
          </a:xfrm>
        </p:spPr>
        <p:txBody>
          <a:bodyPr vert="horz" lIns="0" tIns="0" rIns="0" bIns="0" rtlCol="0">
            <a:normAutofit/>
          </a:bodyPr>
          <a:lstStyle/>
          <a:p>
            <a:pPr algn="l">
              <a:lnSpc>
                <a:spcPct val="110000"/>
              </a:lnSpc>
            </a:pPr>
            <a:r>
              <a:rPr lang="en-US" sz="2000" dirty="0"/>
              <a:t>Linear Regression Model :</a:t>
            </a:r>
          </a:p>
          <a:p>
            <a:pPr marL="342900" indent="-228600" algn="l">
              <a:lnSpc>
                <a:spcPct val="110000"/>
              </a:lnSpc>
              <a:buFont typeface="The Hand Extrablack" panose="03070A02030502020204" pitchFamily="66" charset="0"/>
              <a:buChar char="•"/>
            </a:pPr>
            <a:r>
              <a:rPr lang="en-US" sz="2000" dirty="0"/>
              <a:t>Using historical data, we developed a regression model to analyze how various weather factors influence passenger numbers at the bus terminal. This model helps identify critical variables that affect passenger usage, supporting operational and planning decisions for the Port Authority.</a:t>
            </a:r>
          </a:p>
          <a:p>
            <a:pPr marL="342900" indent="-228600" algn="l">
              <a:lnSpc>
                <a:spcPct val="110000"/>
              </a:lnSpc>
              <a:buFont typeface="The Hand Extrablack" panose="03070A02030502020204" pitchFamily="66" charset="0"/>
              <a:buChar char="•"/>
            </a:pPr>
            <a:r>
              <a:rPr lang="en-US" sz="2000" dirty="0"/>
              <a:t>The model highlights snow depth as a significant factor negatively impacting passenger numbers, indicating the need for mitigation strategies during severe winter conditions. </a:t>
            </a:r>
          </a:p>
        </p:txBody>
      </p:sp>
    </p:spTree>
    <p:extLst>
      <p:ext uri="{BB962C8B-B14F-4D97-AF65-F5344CB8AC3E}">
        <p14:creationId xmlns:p14="http://schemas.microsoft.com/office/powerpoint/2010/main" val="2667158385"/>
      </p:ext>
    </p:extLst>
  </p:cSld>
  <p:clrMapOvr>
    <a:masterClrMapping/>
  </p:clrMapOvr>
  <mc:AlternateContent xmlns:mc="http://schemas.openxmlformats.org/markup-compatibility/2006" xmlns:p14="http://schemas.microsoft.com/office/powerpoint/2010/main">
    <mc:Choice Requires="p14">
      <p:transition spd="slow" p14:dur="2000" advTm="2195"/>
    </mc:Choice>
    <mc:Fallback xmlns="">
      <p:transition spd="slow" advTm="2195"/>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2A3E2477-CB24-4FE6-B9C0-F9800FF83E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B965638C-2268-4A1B-96C3-95E79EF44B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lumMod val="90000"/>
              <a:lumOff val="1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43FD0AE-09C0-143B-4F0D-6E6038027A68}"/>
              </a:ext>
            </a:extLst>
          </p:cNvPr>
          <p:cNvSpPr>
            <a:spLocks noGrp="1"/>
          </p:cNvSpPr>
          <p:nvPr>
            <p:ph type="title"/>
          </p:nvPr>
        </p:nvSpPr>
        <p:spPr>
          <a:xfrm>
            <a:off x="720000" y="619200"/>
            <a:ext cx="4991961" cy="1477328"/>
          </a:xfrm>
        </p:spPr>
        <p:txBody>
          <a:bodyPr wrap="square" anchor="ctr">
            <a:normAutofit/>
          </a:bodyPr>
          <a:lstStyle/>
          <a:p>
            <a:r>
              <a:rPr lang="en-US" dirty="0"/>
              <a:t>Forecasted Passenger count by Individual Carrier</a:t>
            </a:r>
          </a:p>
        </p:txBody>
      </p:sp>
      <p:sp>
        <p:nvSpPr>
          <p:cNvPr id="3" name="Content Placeholder 2">
            <a:extLst>
              <a:ext uri="{FF2B5EF4-FFF2-40B4-BE49-F238E27FC236}">
                <a16:creationId xmlns:a16="http://schemas.microsoft.com/office/drawing/2014/main" id="{F7B2BD81-F31A-D032-5A37-5034B3473DA9}"/>
              </a:ext>
            </a:extLst>
          </p:cNvPr>
          <p:cNvSpPr>
            <a:spLocks noGrp="1"/>
          </p:cNvSpPr>
          <p:nvPr>
            <p:ph idx="1"/>
          </p:nvPr>
        </p:nvSpPr>
        <p:spPr>
          <a:xfrm>
            <a:off x="720000" y="2541600"/>
            <a:ext cx="4991962" cy="3216273"/>
          </a:xfrm>
        </p:spPr>
        <p:txBody>
          <a:bodyPr>
            <a:normAutofit lnSpcReduction="10000"/>
          </a:bodyPr>
          <a:lstStyle/>
          <a:p>
            <a:r>
              <a:rPr lang="en-US" dirty="0"/>
              <a:t>We have forecasted the data for each carrier from 2025-2030 using ARIMA Model Time Series Forecasting.</a:t>
            </a:r>
          </a:p>
          <a:p>
            <a:r>
              <a:rPr lang="en-US" dirty="0"/>
              <a:t>We have then stored this data into excel file and have created visuals in Power BI so that we can check the forecasted data for specific carrier and get the insights needed from that data as which carrier is being used mostly.</a:t>
            </a:r>
          </a:p>
        </p:txBody>
      </p:sp>
      <p:sp useBgFill="1">
        <p:nvSpPr>
          <p:cNvPr id="21" name="Freeform: Shape 20">
            <a:extLst>
              <a:ext uri="{FF2B5EF4-FFF2-40B4-BE49-F238E27FC236}">
                <a16:creationId xmlns:a16="http://schemas.microsoft.com/office/drawing/2014/main" id="{97D0825D-5142-4F4A-A141-3CCD5E99CB4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rot="16200000">
            <a:off x="5867335" y="533334"/>
            <a:ext cx="6858000" cy="5791331"/>
          </a:xfrm>
          <a:custGeom>
            <a:avLst/>
            <a:gdLst>
              <a:gd name="connsiteX0" fmla="*/ 6858000 w 6858000"/>
              <a:gd name="connsiteY0" fmla="*/ 14535 h 5791331"/>
              <a:gd name="connsiteX1" fmla="*/ 6858000 w 6858000"/>
              <a:gd name="connsiteY1" fmla="*/ 5791331 h 5791331"/>
              <a:gd name="connsiteX2" fmla="*/ 0 w 6858000"/>
              <a:gd name="connsiteY2" fmla="*/ 5791330 h 5791331"/>
              <a:gd name="connsiteX3" fmla="*/ 0 w 6858000"/>
              <a:gd name="connsiteY3" fmla="*/ 0 h 5791331"/>
              <a:gd name="connsiteX4" fmla="*/ 145832 w 6858000"/>
              <a:gd name="connsiteY4" fmla="*/ 1175 h 5791331"/>
              <a:gd name="connsiteX5" fmla="*/ 2611132 w 6858000"/>
              <a:gd name="connsiteY5" fmla="*/ 48625 h 5791331"/>
              <a:gd name="connsiteX6" fmla="*/ 6643031 w 6858000"/>
              <a:gd name="connsiteY6" fmla="*/ 15010 h 5791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858000" h="5791331">
                <a:moveTo>
                  <a:pt x="6858000" y="14535"/>
                </a:moveTo>
                <a:lnTo>
                  <a:pt x="6858000" y="5791331"/>
                </a:lnTo>
                <a:lnTo>
                  <a:pt x="0" y="5791330"/>
                </a:lnTo>
                <a:lnTo>
                  <a:pt x="0" y="0"/>
                </a:lnTo>
                <a:lnTo>
                  <a:pt x="145832" y="1175"/>
                </a:lnTo>
                <a:cubicBezTo>
                  <a:pt x="886907" y="14750"/>
                  <a:pt x="2228596" y="125101"/>
                  <a:pt x="2611132" y="48625"/>
                </a:cubicBezTo>
                <a:cubicBezTo>
                  <a:pt x="2933352" y="-3056"/>
                  <a:pt x="5032814" y="16325"/>
                  <a:pt x="6643031" y="15010"/>
                </a:cubicBezTo>
                <a:close/>
              </a:path>
            </a:pathLst>
          </a:custGeom>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lt1"/>
              </a:solidFill>
            </a:endParaRPr>
          </a:p>
        </p:txBody>
      </p:sp>
      <p:pic>
        <p:nvPicPr>
          <p:cNvPr id="11" name="Picture 10">
            <a:extLst>
              <a:ext uri="{FF2B5EF4-FFF2-40B4-BE49-F238E27FC236}">
                <a16:creationId xmlns:a16="http://schemas.microsoft.com/office/drawing/2014/main" id="{A9E81C4D-C7DD-E242-4EC9-CEE4A3995EB0}"/>
              </a:ext>
            </a:extLst>
          </p:cNvPr>
          <p:cNvPicPr>
            <a:picLocks noChangeAspect="1"/>
          </p:cNvPicPr>
          <p:nvPr/>
        </p:nvPicPr>
        <p:blipFill>
          <a:blip r:embed="rId2"/>
          <a:stretch>
            <a:fillRect/>
          </a:stretch>
        </p:blipFill>
        <p:spPr>
          <a:xfrm>
            <a:off x="7176162" y="1641454"/>
            <a:ext cx="4284000" cy="3566430"/>
          </a:xfrm>
          <a:custGeom>
            <a:avLst/>
            <a:gdLst/>
            <a:ahLst/>
            <a:cxnLst/>
            <a:rect l="l" t="t" r="r" b="b"/>
            <a:pathLst>
              <a:path w="4284000" h="5409338">
                <a:moveTo>
                  <a:pt x="0" y="0"/>
                </a:moveTo>
                <a:lnTo>
                  <a:pt x="4284000" y="0"/>
                </a:lnTo>
                <a:lnTo>
                  <a:pt x="4284000" y="5409338"/>
                </a:lnTo>
                <a:lnTo>
                  <a:pt x="0" y="5409338"/>
                </a:lnTo>
                <a:close/>
              </a:path>
            </a:pathLst>
          </a:custGeom>
        </p:spPr>
      </p:pic>
    </p:spTree>
    <p:extLst>
      <p:ext uri="{BB962C8B-B14F-4D97-AF65-F5344CB8AC3E}">
        <p14:creationId xmlns:p14="http://schemas.microsoft.com/office/powerpoint/2010/main" val="40696287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6877E0BE-2F06-68F3-DCE8-95FF2E76AD0E}"/>
            </a:ext>
          </a:extLst>
        </p:cNvPr>
        <p:cNvGrpSpPr/>
        <p:nvPr/>
      </p:nvGrpSpPr>
      <p:grpSpPr>
        <a:xfrm>
          <a:off x="0" y="0"/>
          <a:ext cx="0" cy="0"/>
          <a:chOff x="0" y="0"/>
          <a:chExt cx="0" cy="0"/>
        </a:xfrm>
      </p:grpSpPr>
      <p:sp useBgFill="1">
        <p:nvSpPr>
          <p:cNvPr id="114" name="Rectangle 113">
            <a:extLst>
              <a:ext uri="{FF2B5EF4-FFF2-40B4-BE49-F238E27FC236}">
                <a16:creationId xmlns:a16="http://schemas.microsoft.com/office/drawing/2014/main" id="{C56AE383-06A1-42D3-B1AF-CE22194F54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6" name="Rectangle 115">
            <a:extLst>
              <a:ext uri="{FF2B5EF4-FFF2-40B4-BE49-F238E27FC236}">
                <a16:creationId xmlns:a16="http://schemas.microsoft.com/office/drawing/2014/main" id="{3D70B90B-BED1-4715-9BFE-9622C47A2B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lumMod val="90000"/>
              <a:lumOff val="1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1">
            <a:extLst>
              <a:ext uri="{FF2B5EF4-FFF2-40B4-BE49-F238E27FC236}">
                <a16:creationId xmlns:a16="http://schemas.microsoft.com/office/drawing/2014/main" id="{2692B3ED-806C-192D-017D-83E10DC7089E}"/>
              </a:ext>
            </a:extLst>
          </p:cNvPr>
          <p:cNvSpPr>
            <a:spLocks noGrp="1" noChangeArrowheads="1"/>
          </p:cNvSpPr>
          <p:nvPr>
            <p:ph type="ctrTitle"/>
          </p:nvPr>
        </p:nvSpPr>
        <p:spPr bwMode="auto">
          <a:xfrm>
            <a:off x="720000" y="728663"/>
            <a:ext cx="5015638" cy="2795738"/>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rmAutofit/>
          </a:bodyPr>
          <a:lstStyle/>
          <a:p>
            <a:pPr marL="0" marR="0" lvl="0" indent="0" defTabSz="914400" rtl="0" eaLnBrk="0" fontAlgn="base" latinLnBrk="0" hangingPunct="0">
              <a:lnSpc>
                <a:spcPct val="90000"/>
              </a:lnSpc>
              <a:spcBef>
                <a:spcPct val="0"/>
              </a:spcBef>
              <a:spcAft>
                <a:spcPct val="0"/>
              </a:spcAft>
              <a:buClrTx/>
              <a:buSzTx/>
              <a:buFontTx/>
              <a:buNone/>
              <a:tabLst/>
            </a:pPr>
            <a:r>
              <a:rPr kumimoji="0" lang="en-US" altLang="en-US" sz="4800" i="0" u="none" strike="noStrike" cap="none" normalizeH="0" baseline="0">
                <a:ln>
                  <a:noFill/>
                </a:ln>
                <a:effectLst/>
                <a:latin typeface="+mn-lt"/>
              </a:rPr>
              <a:t>Forecasted Peak Usage Times for Staging Facilities (2025-2030)</a:t>
            </a:r>
          </a:p>
        </p:txBody>
      </p:sp>
      <p:sp>
        <p:nvSpPr>
          <p:cNvPr id="3" name="Subtitle 2">
            <a:extLst>
              <a:ext uri="{FF2B5EF4-FFF2-40B4-BE49-F238E27FC236}">
                <a16:creationId xmlns:a16="http://schemas.microsoft.com/office/drawing/2014/main" id="{AA0D5B31-561E-E622-F822-35FB4BA9EACB}"/>
              </a:ext>
            </a:extLst>
          </p:cNvPr>
          <p:cNvSpPr>
            <a:spLocks noGrp="1"/>
          </p:cNvSpPr>
          <p:nvPr>
            <p:ph type="subTitle" idx="1"/>
          </p:nvPr>
        </p:nvSpPr>
        <p:spPr>
          <a:xfrm>
            <a:off x="720000" y="3830398"/>
            <a:ext cx="5015638" cy="2298939"/>
          </a:xfrm>
        </p:spPr>
        <p:txBody>
          <a:bodyPr vert="horz" lIns="0" tIns="0" rIns="0" bIns="0" rtlCol="0">
            <a:normAutofit/>
          </a:bodyPr>
          <a:lstStyle/>
          <a:p>
            <a:pPr marR="0" lvl="0" indent="-228600" algn="l">
              <a:lnSpc>
                <a:spcPct val="110000"/>
              </a:lnSpc>
              <a:spcAft>
                <a:spcPts val="800"/>
              </a:spcAft>
              <a:buFont typeface="The Hand Extrablack" panose="03070A02030502020204" pitchFamily="66" charset="0"/>
              <a:buChar char="•"/>
              <a:tabLst>
                <a:tab pos="457200" algn="l"/>
              </a:tabLst>
            </a:pPr>
            <a:r>
              <a:rPr lang="en-US" sz="2600" dirty="0"/>
              <a:t>We have forecasted the data for all the staging facilities from 2025-2030 and then created the weekly, monthly and yearly visuals for all the facilities.</a:t>
            </a:r>
          </a:p>
          <a:p>
            <a:pPr marR="0" lvl="0" indent="-228600" algn="l">
              <a:lnSpc>
                <a:spcPct val="110000"/>
              </a:lnSpc>
              <a:spcAft>
                <a:spcPts val="800"/>
              </a:spcAft>
              <a:buFont typeface="The Hand Extrablack" panose="03070A02030502020204" pitchFamily="66" charset="0"/>
              <a:buChar char="•"/>
              <a:tabLst>
                <a:tab pos="457200" algn="l"/>
              </a:tabLst>
            </a:pPr>
            <a:endParaRPr lang="en-US" sz="2600" dirty="0"/>
          </a:p>
        </p:txBody>
      </p:sp>
      <p:pic>
        <p:nvPicPr>
          <p:cNvPr id="8" name="Picture 7">
            <a:extLst>
              <a:ext uri="{FF2B5EF4-FFF2-40B4-BE49-F238E27FC236}">
                <a16:creationId xmlns:a16="http://schemas.microsoft.com/office/drawing/2014/main" id="{3F97476E-5DCD-F1B0-0368-2563887E48A9}"/>
              </a:ext>
            </a:extLst>
          </p:cNvPr>
          <p:cNvPicPr>
            <a:picLocks noChangeAspect="1"/>
          </p:cNvPicPr>
          <p:nvPr/>
        </p:nvPicPr>
        <p:blipFill>
          <a:blip r:embed="rId2"/>
          <a:stretch>
            <a:fillRect/>
          </a:stretch>
        </p:blipFill>
        <p:spPr>
          <a:xfrm>
            <a:off x="6096000" y="95401"/>
            <a:ext cx="6096000" cy="6858000"/>
          </a:xfrm>
          <a:prstGeom prst="rect">
            <a:avLst/>
          </a:prstGeom>
        </p:spPr>
      </p:pic>
    </p:spTree>
    <p:extLst>
      <p:ext uri="{BB962C8B-B14F-4D97-AF65-F5344CB8AC3E}">
        <p14:creationId xmlns:p14="http://schemas.microsoft.com/office/powerpoint/2010/main" val="1456156191"/>
      </p:ext>
    </p:extLst>
  </p:cSld>
  <p:clrMapOvr>
    <a:masterClrMapping/>
  </p:clrMapOvr>
  <mc:AlternateContent xmlns:mc="http://schemas.openxmlformats.org/markup-compatibility/2006" xmlns:p14="http://schemas.microsoft.com/office/powerpoint/2010/main">
    <mc:Choice Requires="p14">
      <p:transition spd="slow" p14:dur="2000" advTm="2195"/>
    </mc:Choice>
    <mc:Fallback xmlns="">
      <p:transition spd="slow" advTm="2195"/>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97D72E-8B78-5D28-D011-6D3446EDC4DC}"/>
              </a:ext>
            </a:extLst>
          </p:cNvPr>
          <p:cNvSpPr>
            <a:spLocks noGrp="1"/>
          </p:cNvSpPr>
          <p:nvPr>
            <p:ph type="title"/>
          </p:nvPr>
        </p:nvSpPr>
        <p:spPr/>
        <p:txBody>
          <a:bodyPr/>
          <a:lstStyle/>
          <a:p>
            <a:pPr algn="ctr"/>
            <a:r>
              <a:rPr lang="en-US" dirty="0"/>
              <a:t>Comparison of Current Usage (2023) vs. Pre-COVID Levels (2019)</a:t>
            </a:r>
          </a:p>
        </p:txBody>
      </p:sp>
      <p:sp>
        <p:nvSpPr>
          <p:cNvPr id="3" name="Content Placeholder 2">
            <a:extLst>
              <a:ext uri="{FF2B5EF4-FFF2-40B4-BE49-F238E27FC236}">
                <a16:creationId xmlns:a16="http://schemas.microsoft.com/office/drawing/2014/main" id="{368FA65E-29E4-1E53-3B3B-44D89EB582AC}"/>
              </a:ext>
            </a:extLst>
          </p:cNvPr>
          <p:cNvSpPr>
            <a:spLocks noGrp="1"/>
          </p:cNvSpPr>
          <p:nvPr>
            <p:ph idx="1"/>
          </p:nvPr>
        </p:nvSpPr>
        <p:spPr>
          <a:xfrm>
            <a:off x="720000" y="2281084"/>
            <a:ext cx="10728325" cy="3487891"/>
          </a:xfrm>
        </p:spPr>
        <p:txBody>
          <a:bodyPr>
            <a:normAutofit fontScale="92500" lnSpcReduction="10000"/>
          </a:bodyPr>
          <a:lstStyle/>
          <a:p>
            <a:r>
              <a:rPr lang="en-US" dirty="0"/>
              <a:t>We have compared the passenger data from 2019 (pre-COVID) with 2023 to assess how the pandemic impacted bus terminal usage. This comparison was done to understand the long-term effects on passenger volume and highlight any recovery trends.</a:t>
            </a:r>
          </a:p>
          <a:p>
            <a:r>
              <a:rPr lang="en-US" dirty="0"/>
              <a:t>The data reveals that the number of passengers in 2023 is lower than in 2019, indicating a significant decline. Despite some recovery, the overall passenger volume has not yet returned to pre-COVID levels, which suggests lingering impacts on travel patterns.</a:t>
            </a:r>
          </a:p>
          <a:p>
            <a:r>
              <a:rPr lang="en-US" dirty="0"/>
              <a:t>The ongoing lower passenger count in 2023 suggests that shifts in commuter behavior, such as remote work and changed travel priorities, may be contributing to a slower recovery. Adjusting services to accommodate these changes could accelerate the return to pre-COVID levels.</a:t>
            </a:r>
          </a:p>
        </p:txBody>
      </p:sp>
    </p:spTree>
    <p:extLst>
      <p:ext uri="{BB962C8B-B14F-4D97-AF65-F5344CB8AC3E}">
        <p14:creationId xmlns:p14="http://schemas.microsoft.com/office/powerpoint/2010/main" val="38354712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2BFB0E95-9CAE-4968-A118-2B9F7C8BBB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90BBC371-361C-45F7-9235-C3252E336B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lumMod val="90000"/>
              <a:lumOff val="1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5421CA5-16A1-9B3E-095A-EE169E3A6695}"/>
              </a:ext>
            </a:extLst>
          </p:cNvPr>
          <p:cNvSpPr>
            <a:spLocks noGrp="1"/>
          </p:cNvSpPr>
          <p:nvPr>
            <p:ph type="title"/>
          </p:nvPr>
        </p:nvSpPr>
        <p:spPr>
          <a:xfrm>
            <a:off x="720000" y="619200"/>
            <a:ext cx="10728322" cy="681586"/>
          </a:xfrm>
        </p:spPr>
        <p:txBody>
          <a:bodyPr wrap="square">
            <a:normAutofit/>
          </a:bodyPr>
          <a:lstStyle/>
          <a:p>
            <a:r>
              <a:rPr lang="en-US" dirty="0"/>
              <a:t>Recommendations:</a:t>
            </a:r>
          </a:p>
        </p:txBody>
      </p:sp>
      <p:sp useBgFill="1">
        <p:nvSpPr>
          <p:cNvPr id="23" name="Freeform: Shape 22">
            <a:extLst>
              <a:ext uri="{FF2B5EF4-FFF2-40B4-BE49-F238E27FC236}">
                <a16:creationId xmlns:a16="http://schemas.microsoft.com/office/drawing/2014/main" id="{4172FA92-6FD3-495F-95A0-4FD85861D8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00" y="1734458"/>
            <a:ext cx="12191501" cy="5123544"/>
          </a:xfrm>
          <a:custGeom>
            <a:avLst/>
            <a:gdLst>
              <a:gd name="connsiteX0" fmla="*/ 9255953 w 12191501"/>
              <a:gd name="connsiteY0" fmla="*/ 0 h 4430825"/>
              <a:gd name="connsiteX1" fmla="*/ 10762189 w 12191501"/>
              <a:gd name="connsiteY1" fmla="*/ 67992 h 4430825"/>
              <a:gd name="connsiteX2" fmla="*/ 11364025 w 12191501"/>
              <a:gd name="connsiteY2" fmla="*/ 57486 h 4430825"/>
              <a:gd name="connsiteX3" fmla="*/ 12096632 w 12191501"/>
              <a:gd name="connsiteY3" fmla="*/ 44699 h 4430825"/>
              <a:gd name="connsiteX4" fmla="*/ 12191501 w 12191501"/>
              <a:gd name="connsiteY4" fmla="*/ 43042 h 4430825"/>
              <a:gd name="connsiteX5" fmla="*/ 12191501 w 12191501"/>
              <a:gd name="connsiteY5" fmla="*/ 4430825 h 4430825"/>
              <a:gd name="connsiteX6" fmla="*/ 0 w 12191501"/>
              <a:gd name="connsiteY6" fmla="*/ 4430825 h 4430825"/>
              <a:gd name="connsiteX7" fmla="*/ 10182 w 12191501"/>
              <a:gd name="connsiteY7" fmla="*/ 95053 h 4430825"/>
              <a:gd name="connsiteX8" fmla="*/ 70972 w 12191501"/>
              <a:gd name="connsiteY8" fmla="*/ 97164 h 4430825"/>
              <a:gd name="connsiteX9" fmla="*/ 1281624 w 12191501"/>
              <a:gd name="connsiteY9" fmla="*/ 139193 h 4430825"/>
              <a:gd name="connsiteX10" fmla="*/ 2485297 w 12191501"/>
              <a:gd name="connsiteY10" fmla="*/ 118183 h 4430825"/>
              <a:gd name="connsiteX11" fmla="*/ 3237591 w 12191501"/>
              <a:gd name="connsiteY11" fmla="*/ 105051 h 4430825"/>
              <a:gd name="connsiteX12" fmla="*/ 3989887 w 12191501"/>
              <a:gd name="connsiteY12" fmla="*/ 91920 h 4430825"/>
              <a:gd name="connsiteX13" fmla="*/ 9255953 w 12191501"/>
              <a:gd name="connsiteY13" fmla="*/ 0 h 4430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191501" h="4430825">
                <a:moveTo>
                  <a:pt x="9255953" y="0"/>
                </a:moveTo>
                <a:cubicBezTo>
                  <a:pt x="10762189" y="67992"/>
                  <a:pt x="10762189" y="67992"/>
                  <a:pt x="10762189" y="67992"/>
                </a:cubicBezTo>
                <a:cubicBezTo>
                  <a:pt x="11364025" y="57486"/>
                  <a:pt x="11364025" y="57486"/>
                  <a:pt x="11364025" y="57486"/>
                </a:cubicBezTo>
                <a:cubicBezTo>
                  <a:pt x="11589714" y="53547"/>
                  <a:pt x="11836561" y="49238"/>
                  <a:pt x="12096632" y="44699"/>
                </a:cubicBezTo>
                <a:lnTo>
                  <a:pt x="12191501" y="43042"/>
                </a:lnTo>
                <a:lnTo>
                  <a:pt x="12191501" y="4430825"/>
                </a:lnTo>
                <a:lnTo>
                  <a:pt x="0" y="4430825"/>
                </a:lnTo>
                <a:lnTo>
                  <a:pt x="10182" y="95053"/>
                </a:lnTo>
                <a:lnTo>
                  <a:pt x="70972" y="97164"/>
                </a:lnTo>
                <a:cubicBezTo>
                  <a:pt x="1281624" y="139193"/>
                  <a:pt x="1281624" y="139193"/>
                  <a:pt x="1281624" y="139193"/>
                </a:cubicBezTo>
                <a:cubicBezTo>
                  <a:pt x="2485297" y="118183"/>
                  <a:pt x="2485297" y="118183"/>
                  <a:pt x="2485297" y="118183"/>
                </a:cubicBezTo>
                <a:cubicBezTo>
                  <a:pt x="2786215" y="112930"/>
                  <a:pt x="2936672" y="110304"/>
                  <a:pt x="3237591" y="105051"/>
                </a:cubicBezTo>
                <a:cubicBezTo>
                  <a:pt x="3538508" y="99800"/>
                  <a:pt x="3839426" y="94546"/>
                  <a:pt x="3989887" y="91920"/>
                </a:cubicBezTo>
                <a:cubicBezTo>
                  <a:pt x="9255953" y="0"/>
                  <a:pt x="9255953" y="0"/>
                  <a:pt x="9255953" y="0"/>
                </a:cubicBezTo>
                <a:close/>
              </a:path>
            </a:pathLst>
          </a:custGeom>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bg2"/>
              </a:solidFill>
            </a:endParaRPr>
          </a:p>
        </p:txBody>
      </p:sp>
      <p:graphicFrame>
        <p:nvGraphicFramePr>
          <p:cNvPr id="24" name="Rectangle 1">
            <a:extLst>
              <a:ext uri="{FF2B5EF4-FFF2-40B4-BE49-F238E27FC236}">
                <a16:creationId xmlns:a16="http://schemas.microsoft.com/office/drawing/2014/main" id="{0A050D52-2F02-4881-FFD4-42529864256B}"/>
              </a:ext>
            </a:extLst>
          </p:cNvPr>
          <p:cNvGraphicFramePr>
            <a:graphicFrameLocks noGrp="1"/>
          </p:cNvGraphicFramePr>
          <p:nvPr>
            <p:ph idx="1"/>
            <p:extLst>
              <p:ext uri="{D42A27DB-BD31-4B8C-83A1-F6EECF244321}">
                <p14:modId xmlns:p14="http://schemas.microsoft.com/office/powerpoint/2010/main" val="2415021507"/>
              </p:ext>
            </p:extLst>
          </p:nvPr>
        </p:nvGraphicFramePr>
        <p:xfrm>
          <a:off x="720725" y="2541588"/>
          <a:ext cx="10728325" cy="358775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2135920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9" name="Rectangle 28">
            <a:extLst>
              <a:ext uri="{FF2B5EF4-FFF2-40B4-BE49-F238E27FC236}">
                <a16:creationId xmlns:a16="http://schemas.microsoft.com/office/drawing/2014/main" id="{09646535-AEF6-4883-A4F9-EEC1F8B431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lumMod val="90000"/>
              <a:lumOff val="1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DB7EFF05-A8DA-4B3E-9C21-7A04283D48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lumMod val="90000"/>
              <a:lumOff val="1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33" name="Rectangle 32">
            <a:extLst>
              <a:ext uri="{FF2B5EF4-FFF2-40B4-BE49-F238E27FC236}">
                <a16:creationId xmlns:a16="http://schemas.microsoft.com/office/drawing/2014/main" id="{D690F001-2D75-4EFE-805F-3E6954B756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8C6F7DA8-FD92-4ACF-9932-BF007E32A6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lumMod val="90000"/>
              <a:lumOff val="1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37" name="Freeform: Shape 36">
            <a:extLst>
              <a:ext uri="{FF2B5EF4-FFF2-40B4-BE49-F238E27FC236}">
                <a16:creationId xmlns:a16="http://schemas.microsoft.com/office/drawing/2014/main" id="{4F76F7D6-E5D2-44FA-B1FA-A1A61DF18E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0" y="0"/>
            <a:ext cx="10554709" cy="6858000"/>
          </a:xfrm>
          <a:custGeom>
            <a:avLst/>
            <a:gdLst>
              <a:gd name="connsiteX0" fmla="*/ 678080 w 10554709"/>
              <a:gd name="connsiteY0" fmla="*/ 0 h 6858000"/>
              <a:gd name="connsiteX1" fmla="*/ 8939948 w 10554709"/>
              <a:gd name="connsiteY1" fmla="*/ 0 h 6858000"/>
              <a:gd name="connsiteX2" fmla="*/ 9088366 w 10554709"/>
              <a:gd name="connsiteY2" fmla="*/ 139640 h 6858000"/>
              <a:gd name="connsiteX3" fmla="*/ 10554709 w 10554709"/>
              <a:gd name="connsiteY3" fmla="*/ 3680162 h 6858000"/>
              <a:gd name="connsiteX4" fmla="*/ 9852869 w 10554709"/>
              <a:gd name="connsiteY4" fmla="*/ 6618597 h 6858000"/>
              <a:gd name="connsiteX5" fmla="*/ 9732509 w 10554709"/>
              <a:gd name="connsiteY5" fmla="*/ 6858000 h 6858000"/>
              <a:gd name="connsiteX6" fmla="*/ 0 w 10554709"/>
              <a:gd name="connsiteY6" fmla="*/ 6858000 h 6858000"/>
              <a:gd name="connsiteX7" fmla="*/ 0 w 10554709"/>
              <a:gd name="connsiteY7" fmla="*/ 893015 h 6858000"/>
              <a:gd name="connsiteX8" fmla="*/ 32877 w 10554709"/>
              <a:gd name="connsiteY8" fmla="*/ 837948 h 6858000"/>
              <a:gd name="connsiteX9" fmla="*/ 408715 w 10554709"/>
              <a:gd name="connsiteY9" fmla="*/ 307706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554709" h="6858000">
                <a:moveTo>
                  <a:pt x="678080" y="0"/>
                </a:moveTo>
                <a:lnTo>
                  <a:pt x="8939948" y="0"/>
                </a:lnTo>
                <a:lnTo>
                  <a:pt x="9088366" y="139640"/>
                </a:lnTo>
                <a:cubicBezTo>
                  <a:pt x="10103527" y="1150771"/>
                  <a:pt x="10554709" y="2302771"/>
                  <a:pt x="10554709" y="3680162"/>
                </a:cubicBezTo>
                <a:cubicBezTo>
                  <a:pt x="10554709" y="4782075"/>
                  <a:pt x="10354183" y="5717032"/>
                  <a:pt x="9852869" y="6618597"/>
                </a:cubicBezTo>
                <a:lnTo>
                  <a:pt x="9732509" y="6858000"/>
                </a:lnTo>
                <a:lnTo>
                  <a:pt x="0" y="6858000"/>
                </a:lnTo>
                <a:lnTo>
                  <a:pt x="0" y="893015"/>
                </a:lnTo>
                <a:lnTo>
                  <a:pt x="32877" y="837948"/>
                </a:lnTo>
                <a:cubicBezTo>
                  <a:pt x="149932" y="650048"/>
                  <a:pt x="274183" y="474695"/>
                  <a:pt x="408715" y="307706"/>
                </a:cubicBezTo>
                <a:close/>
              </a:path>
            </a:pathLst>
          </a:custGeom>
          <a:ln>
            <a:noFill/>
          </a:ln>
        </p:spPr>
        <p:txBody>
          <a:bodyPr vert="horz" wrap="square" lIns="91440" tIns="45720" rIns="91440" bIns="45720" numCol="1" anchor="t" anchorCtr="0" compatLnSpc="1">
            <a:prstTxWarp prst="textNoShape">
              <a:avLst/>
            </a:prstTxWarp>
            <a:noAutofit/>
          </a:bodyPr>
          <a:lstStyle/>
          <a:p>
            <a:endParaRPr lang="en-US"/>
          </a:p>
        </p:txBody>
      </p:sp>
      <p:sp>
        <p:nvSpPr>
          <p:cNvPr id="2" name="Title 1">
            <a:extLst>
              <a:ext uri="{FF2B5EF4-FFF2-40B4-BE49-F238E27FC236}">
                <a16:creationId xmlns:a16="http://schemas.microsoft.com/office/drawing/2014/main" id="{A7065E76-E548-18B3-4543-A4B28796D3AD}"/>
              </a:ext>
            </a:extLst>
          </p:cNvPr>
          <p:cNvSpPr>
            <a:spLocks noGrp="1"/>
          </p:cNvSpPr>
          <p:nvPr>
            <p:ph type="title"/>
          </p:nvPr>
        </p:nvSpPr>
        <p:spPr>
          <a:xfrm>
            <a:off x="720000" y="720000"/>
            <a:ext cx="6911974" cy="2803071"/>
          </a:xfrm>
        </p:spPr>
        <p:txBody>
          <a:bodyPr vert="horz" wrap="square" lIns="0" tIns="0" rIns="0" bIns="0" rtlCol="0" anchor="b" anchorCtr="0">
            <a:noAutofit/>
          </a:bodyPr>
          <a:lstStyle/>
          <a:p>
            <a:pPr algn="ctr"/>
            <a:r>
              <a:rPr lang="en-US" sz="9600" spc="-100" dirty="0"/>
              <a:t>			Thankyou </a:t>
            </a:r>
          </a:p>
        </p:txBody>
      </p:sp>
      <p:sp>
        <p:nvSpPr>
          <p:cNvPr id="39" name="Freeform 10">
            <a:extLst>
              <a:ext uri="{FF2B5EF4-FFF2-40B4-BE49-F238E27FC236}">
                <a16:creationId xmlns:a16="http://schemas.microsoft.com/office/drawing/2014/main" id="{671E2FB4-7344-4400-973C-C4E1D46C15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rot="4500000">
            <a:off x="9006897" y="392628"/>
            <a:ext cx="3095625" cy="2897543"/>
          </a:xfrm>
          <a:custGeom>
            <a:avLst/>
            <a:gdLst>
              <a:gd name="T0" fmla="*/ 43 w 250"/>
              <a:gd name="T1" fmla="*/ 167 h 234"/>
              <a:gd name="T2" fmla="*/ 70 w 250"/>
              <a:gd name="T3" fmla="*/ 133 h 234"/>
              <a:gd name="T4" fmla="*/ 48 w 250"/>
              <a:gd name="T5" fmla="*/ 134 h 234"/>
              <a:gd name="T6" fmla="*/ 19 w 250"/>
              <a:gd name="T7" fmla="*/ 130 h 234"/>
              <a:gd name="T8" fmla="*/ 6 w 250"/>
              <a:gd name="T9" fmla="*/ 123 h 234"/>
              <a:gd name="T10" fmla="*/ 1 w 250"/>
              <a:gd name="T11" fmla="*/ 103 h 234"/>
              <a:gd name="T12" fmla="*/ 11 w 250"/>
              <a:gd name="T13" fmla="*/ 81 h 234"/>
              <a:gd name="T14" fmla="*/ 23 w 250"/>
              <a:gd name="T15" fmla="*/ 76 h 234"/>
              <a:gd name="T16" fmla="*/ 81 w 250"/>
              <a:gd name="T17" fmla="*/ 78 h 234"/>
              <a:gd name="T18" fmla="*/ 65 w 250"/>
              <a:gd name="T19" fmla="*/ 49 h 234"/>
              <a:gd name="T20" fmla="*/ 57 w 250"/>
              <a:gd name="T21" fmla="*/ 27 h 234"/>
              <a:gd name="T22" fmla="*/ 67 w 250"/>
              <a:gd name="T23" fmla="*/ 12 h 234"/>
              <a:gd name="T24" fmla="*/ 85 w 250"/>
              <a:gd name="T25" fmla="*/ 1 h 234"/>
              <a:gd name="T26" fmla="*/ 101 w 250"/>
              <a:gd name="T27" fmla="*/ 8 h 234"/>
              <a:gd name="T28" fmla="*/ 107 w 250"/>
              <a:gd name="T29" fmla="*/ 15 h 234"/>
              <a:gd name="T30" fmla="*/ 120 w 250"/>
              <a:gd name="T31" fmla="*/ 37 h 234"/>
              <a:gd name="T32" fmla="*/ 131 w 250"/>
              <a:gd name="T33" fmla="*/ 60 h 234"/>
              <a:gd name="T34" fmla="*/ 164 w 250"/>
              <a:gd name="T35" fmla="*/ 25 h 234"/>
              <a:gd name="T36" fmla="*/ 187 w 250"/>
              <a:gd name="T37" fmla="*/ 11 h 234"/>
              <a:gd name="T38" fmla="*/ 205 w 250"/>
              <a:gd name="T39" fmla="*/ 19 h 234"/>
              <a:gd name="T40" fmla="*/ 214 w 250"/>
              <a:gd name="T41" fmla="*/ 34 h 234"/>
              <a:gd name="T42" fmla="*/ 203 w 250"/>
              <a:gd name="T43" fmla="*/ 57 h 234"/>
              <a:gd name="T44" fmla="*/ 166 w 250"/>
              <a:gd name="T45" fmla="*/ 100 h 234"/>
              <a:gd name="T46" fmla="*/ 217 w 250"/>
              <a:gd name="T47" fmla="*/ 98 h 234"/>
              <a:gd name="T48" fmla="*/ 244 w 250"/>
              <a:gd name="T49" fmla="*/ 104 h 234"/>
              <a:gd name="T50" fmla="*/ 249 w 250"/>
              <a:gd name="T51" fmla="*/ 115 h 234"/>
              <a:gd name="T52" fmla="*/ 247 w 250"/>
              <a:gd name="T53" fmla="*/ 129 h 234"/>
              <a:gd name="T54" fmla="*/ 245 w 250"/>
              <a:gd name="T55" fmla="*/ 134 h 234"/>
              <a:gd name="T56" fmla="*/ 241 w 250"/>
              <a:gd name="T57" fmla="*/ 141 h 234"/>
              <a:gd name="T58" fmla="*/ 227 w 250"/>
              <a:gd name="T59" fmla="*/ 147 h 234"/>
              <a:gd name="T60" fmla="*/ 187 w 250"/>
              <a:gd name="T61" fmla="*/ 151 h 234"/>
              <a:gd name="T62" fmla="*/ 160 w 250"/>
              <a:gd name="T63" fmla="*/ 148 h 234"/>
              <a:gd name="T64" fmla="*/ 168 w 250"/>
              <a:gd name="T65" fmla="*/ 168 h 234"/>
              <a:gd name="T66" fmla="*/ 176 w 250"/>
              <a:gd name="T67" fmla="*/ 194 h 234"/>
              <a:gd name="T68" fmla="*/ 176 w 250"/>
              <a:gd name="T69" fmla="*/ 211 h 234"/>
              <a:gd name="T70" fmla="*/ 170 w 250"/>
              <a:gd name="T71" fmla="*/ 221 h 234"/>
              <a:gd name="T72" fmla="*/ 156 w 250"/>
              <a:gd name="T73" fmla="*/ 230 h 234"/>
              <a:gd name="T74" fmla="*/ 130 w 250"/>
              <a:gd name="T75" fmla="*/ 226 h 234"/>
              <a:gd name="T76" fmla="*/ 122 w 250"/>
              <a:gd name="T77" fmla="*/ 213 h 234"/>
              <a:gd name="T78" fmla="*/ 110 w 250"/>
              <a:gd name="T79" fmla="*/ 169 h 234"/>
              <a:gd name="T80" fmla="*/ 92 w 250"/>
              <a:gd name="T81" fmla="*/ 192 h 234"/>
              <a:gd name="T82" fmla="*/ 87 w 250"/>
              <a:gd name="T83" fmla="*/ 197 h 234"/>
              <a:gd name="T84" fmla="*/ 84 w 250"/>
              <a:gd name="T85" fmla="*/ 201 h 234"/>
              <a:gd name="T86" fmla="*/ 65 w 250"/>
              <a:gd name="T87" fmla="*/ 212 h 234"/>
              <a:gd name="T88" fmla="*/ 50 w 250"/>
              <a:gd name="T89" fmla="*/ 204 h 234"/>
              <a:gd name="T90" fmla="*/ 44 w 250"/>
              <a:gd name="T91" fmla="*/ 198 h 234"/>
              <a:gd name="T92" fmla="*/ 38 w 250"/>
              <a:gd name="T93" fmla="*/ 185 h 234"/>
              <a:gd name="T94" fmla="*/ 43 w 250"/>
              <a:gd name="T95" fmla="*/ 167 h 2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250" h="234">
                <a:moveTo>
                  <a:pt x="43" y="167"/>
                </a:moveTo>
                <a:cubicBezTo>
                  <a:pt x="70" y="133"/>
                  <a:pt x="70" y="133"/>
                  <a:pt x="70" y="133"/>
                </a:cubicBezTo>
                <a:cubicBezTo>
                  <a:pt x="60" y="134"/>
                  <a:pt x="61" y="134"/>
                  <a:pt x="48" y="134"/>
                </a:cubicBezTo>
                <a:cubicBezTo>
                  <a:pt x="34" y="133"/>
                  <a:pt x="24" y="132"/>
                  <a:pt x="19" y="130"/>
                </a:cubicBezTo>
                <a:cubicBezTo>
                  <a:pt x="13" y="128"/>
                  <a:pt x="9" y="126"/>
                  <a:pt x="6" y="123"/>
                </a:cubicBezTo>
                <a:cubicBezTo>
                  <a:pt x="1" y="119"/>
                  <a:pt x="0" y="112"/>
                  <a:pt x="1" y="103"/>
                </a:cubicBezTo>
                <a:cubicBezTo>
                  <a:pt x="2" y="93"/>
                  <a:pt x="6" y="86"/>
                  <a:pt x="11" y="81"/>
                </a:cubicBezTo>
                <a:cubicBezTo>
                  <a:pt x="15" y="77"/>
                  <a:pt x="18" y="76"/>
                  <a:pt x="23" y="76"/>
                </a:cubicBezTo>
                <a:cubicBezTo>
                  <a:pt x="81" y="78"/>
                  <a:pt x="81" y="78"/>
                  <a:pt x="81" y="78"/>
                </a:cubicBezTo>
                <a:cubicBezTo>
                  <a:pt x="65" y="49"/>
                  <a:pt x="65" y="49"/>
                  <a:pt x="65" y="49"/>
                </a:cubicBezTo>
                <a:cubicBezTo>
                  <a:pt x="58" y="40"/>
                  <a:pt x="56" y="33"/>
                  <a:pt x="57" y="27"/>
                </a:cubicBezTo>
                <a:cubicBezTo>
                  <a:pt x="58" y="21"/>
                  <a:pt x="62" y="16"/>
                  <a:pt x="67" y="12"/>
                </a:cubicBezTo>
                <a:cubicBezTo>
                  <a:pt x="74" y="6"/>
                  <a:pt x="80" y="2"/>
                  <a:pt x="85" y="1"/>
                </a:cubicBezTo>
                <a:cubicBezTo>
                  <a:pt x="90" y="0"/>
                  <a:pt x="95" y="2"/>
                  <a:pt x="101" y="8"/>
                </a:cubicBezTo>
                <a:cubicBezTo>
                  <a:pt x="104" y="11"/>
                  <a:pt x="106" y="13"/>
                  <a:pt x="107" y="15"/>
                </a:cubicBezTo>
                <a:cubicBezTo>
                  <a:pt x="110" y="19"/>
                  <a:pt x="112" y="20"/>
                  <a:pt x="120" y="37"/>
                </a:cubicBezTo>
                <a:cubicBezTo>
                  <a:pt x="129" y="55"/>
                  <a:pt x="128" y="51"/>
                  <a:pt x="131" y="60"/>
                </a:cubicBezTo>
                <a:cubicBezTo>
                  <a:pt x="164" y="25"/>
                  <a:pt x="164" y="25"/>
                  <a:pt x="164" y="25"/>
                </a:cubicBezTo>
                <a:cubicBezTo>
                  <a:pt x="173" y="16"/>
                  <a:pt x="180" y="11"/>
                  <a:pt x="187" y="11"/>
                </a:cubicBezTo>
                <a:cubicBezTo>
                  <a:pt x="193" y="10"/>
                  <a:pt x="200" y="13"/>
                  <a:pt x="205" y="19"/>
                </a:cubicBezTo>
                <a:cubicBezTo>
                  <a:pt x="210" y="24"/>
                  <a:pt x="213" y="29"/>
                  <a:pt x="214" y="34"/>
                </a:cubicBezTo>
                <a:cubicBezTo>
                  <a:pt x="214" y="39"/>
                  <a:pt x="211" y="47"/>
                  <a:pt x="203" y="57"/>
                </a:cubicBezTo>
                <a:cubicBezTo>
                  <a:pt x="166" y="100"/>
                  <a:pt x="166" y="100"/>
                  <a:pt x="166" y="100"/>
                </a:cubicBezTo>
                <a:cubicBezTo>
                  <a:pt x="217" y="98"/>
                  <a:pt x="217" y="98"/>
                  <a:pt x="217" y="98"/>
                </a:cubicBezTo>
                <a:cubicBezTo>
                  <a:pt x="229" y="96"/>
                  <a:pt x="238" y="98"/>
                  <a:pt x="244" y="104"/>
                </a:cubicBezTo>
                <a:cubicBezTo>
                  <a:pt x="247" y="107"/>
                  <a:pt x="249" y="111"/>
                  <a:pt x="249" y="115"/>
                </a:cubicBezTo>
                <a:cubicBezTo>
                  <a:pt x="250" y="120"/>
                  <a:pt x="249" y="124"/>
                  <a:pt x="247" y="129"/>
                </a:cubicBezTo>
                <a:cubicBezTo>
                  <a:pt x="247" y="130"/>
                  <a:pt x="246" y="132"/>
                  <a:pt x="245" y="134"/>
                </a:cubicBezTo>
                <a:cubicBezTo>
                  <a:pt x="244" y="137"/>
                  <a:pt x="243" y="140"/>
                  <a:pt x="241" y="141"/>
                </a:cubicBezTo>
                <a:cubicBezTo>
                  <a:pt x="239" y="144"/>
                  <a:pt x="234" y="146"/>
                  <a:pt x="227" y="147"/>
                </a:cubicBezTo>
                <a:cubicBezTo>
                  <a:pt x="221" y="149"/>
                  <a:pt x="207" y="150"/>
                  <a:pt x="187" y="151"/>
                </a:cubicBezTo>
                <a:cubicBezTo>
                  <a:pt x="175" y="152"/>
                  <a:pt x="161" y="148"/>
                  <a:pt x="160" y="148"/>
                </a:cubicBezTo>
                <a:cubicBezTo>
                  <a:pt x="161" y="151"/>
                  <a:pt x="165" y="161"/>
                  <a:pt x="168" y="168"/>
                </a:cubicBezTo>
                <a:cubicBezTo>
                  <a:pt x="168" y="171"/>
                  <a:pt x="173" y="181"/>
                  <a:pt x="176" y="194"/>
                </a:cubicBezTo>
                <a:cubicBezTo>
                  <a:pt x="179" y="206"/>
                  <a:pt x="176" y="203"/>
                  <a:pt x="176" y="211"/>
                </a:cubicBezTo>
                <a:cubicBezTo>
                  <a:pt x="176" y="214"/>
                  <a:pt x="174" y="217"/>
                  <a:pt x="170" y="221"/>
                </a:cubicBezTo>
                <a:cubicBezTo>
                  <a:pt x="166" y="226"/>
                  <a:pt x="161" y="228"/>
                  <a:pt x="156" y="230"/>
                </a:cubicBezTo>
                <a:cubicBezTo>
                  <a:pt x="147" y="234"/>
                  <a:pt x="137" y="233"/>
                  <a:pt x="130" y="226"/>
                </a:cubicBezTo>
                <a:cubicBezTo>
                  <a:pt x="127" y="223"/>
                  <a:pt x="125" y="219"/>
                  <a:pt x="122" y="213"/>
                </a:cubicBezTo>
                <a:cubicBezTo>
                  <a:pt x="118" y="188"/>
                  <a:pt x="117" y="189"/>
                  <a:pt x="110" y="169"/>
                </a:cubicBezTo>
                <a:cubicBezTo>
                  <a:pt x="92" y="192"/>
                  <a:pt x="92" y="192"/>
                  <a:pt x="92" y="192"/>
                </a:cubicBezTo>
                <a:cubicBezTo>
                  <a:pt x="90" y="193"/>
                  <a:pt x="88" y="195"/>
                  <a:pt x="87" y="197"/>
                </a:cubicBezTo>
                <a:cubicBezTo>
                  <a:pt x="86" y="198"/>
                  <a:pt x="85" y="200"/>
                  <a:pt x="84" y="201"/>
                </a:cubicBezTo>
                <a:cubicBezTo>
                  <a:pt x="76" y="209"/>
                  <a:pt x="70" y="212"/>
                  <a:pt x="65" y="212"/>
                </a:cubicBezTo>
                <a:cubicBezTo>
                  <a:pt x="60" y="211"/>
                  <a:pt x="55" y="209"/>
                  <a:pt x="50" y="204"/>
                </a:cubicBezTo>
                <a:cubicBezTo>
                  <a:pt x="50" y="203"/>
                  <a:pt x="48" y="202"/>
                  <a:pt x="44" y="198"/>
                </a:cubicBezTo>
                <a:cubicBezTo>
                  <a:pt x="41" y="195"/>
                  <a:pt x="39" y="191"/>
                  <a:pt x="38" y="185"/>
                </a:cubicBezTo>
                <a:cubicBezTo>
                  <a:pt x="37" y="179"/>
                  <a:pt x="39" y="173"/>
                  <a:pt x="43" y="167"/>
                </a:cubicBezTo>
                <a:close/>
              </a:path>
            </a:pathLst>
          </a:custGeom>
          <a:solidFill>
            <a:schemeClr val="accent4"/>
          </a:solidFill>
          <a:ln>
            <a:noFill/>
          </a:ln>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16969853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theme/theme1.xml><?xml version="1.0" encoding="utf-8"?>
<a:theme xmlns:a="http://schemas.openxmlformats.org/drawingml/2006/main" name="BlobVTI">
  <a:themeElements>
    <a:clrScheme name="Blob V2">
      <a:dk1>
        <a:sysClr val="windowText" lastClr="000000"/>
      </a:dk1>
      <a:lt1>
        <a:sysClr val="window" lastClr="FFFFFF"/>
      </a:lt1>
      <a:dk2>
        <a:srgbClr val="0B2827"/>
      </a:dk2>
      <a:lt2>
        <a:srgbClr val="DAE3E3"/>
      </a:lt2>
      <a:accent1>
        <a:srgbClr val="B495C2"/>
      </a:accent1>
      <a:accent2>
        <a:srgbClr val="767E37"/>
      </a:accent2>
      <a:accent3>
        <a:srgbClr val="8FA3A3"/>
      </a:accent3>
      <a:accent4>
        <a:srgbClr val="CE7F01"/>
      </a:accent4>
      <a:accent5>
        <a:srgbClr val="D15A29"/>
      </a:accent5>
      <a:accent6>
        <a:srgbClr val="B88470"/>
      </a:accent6>
      <a:hlink>
        <a:srgbClr val="B57001"/>
      </a:hlink>
      <a:folHlink>
        <a:srgbClr val="996209"/>
      </a:folHlink>
    </a:clrScheme>
    <a:fontScheme name="Blob">
      <a:majorFont>
        <a:latin typeface="Rockwell Nova Light"/>
        <a:ea typeface=""/>
        <a:cs typeface=""/>
      </a:majorFont>
      <a:minorFont>
        <a:latin typeface="Avenir Next LT Pro"/>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lobVTI" id="{06D3AACF-B619-4265-899F-5E2FB3A445D5}" vid="{F5918863-BA1A-4735-81A8-3E7BFBDA847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135</TotalTime>
  <Words>516</Words>
  <Application>Microsoft Office PowerPoint</Application>
  <PresentationFormat>Widescreen</PresentationFormat>
  <Paragraphs>40</Paragraphs>
  <Slides>8</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8</vt:i4>
      </vt:variant>
    </vt:vector>
  </HeadingPairs>
  <TitlesOfParts>
    <vt:vector size="14" baseType="lpstr">
      <vt:lpstr>Aptos</vt:lpstr>
      <vt:lpstr>Arial</vt:lpstr>
      <vt:lpstr>Avenir Next LT Pro</vt:lpstr>
      <vt:lpstr>Rockwell Nova Light</vt:lpstr>
      <vt:lpstr>The Hand Extrablack</vt:lpstr>
      <vt:lpstr>BlobVTI</vt:lpstr>
      <vt:lpstr>Port Authority Bus Terminal Passenger Prediction</vt:lpstr>
      <vt:lpstr>Forecasting the passengers from 2025-2030</vt:lpstr>
      <vt:lpstr>Critical Factors Influencing the number of Passengers</vt:lpstr>
      <vt:lpstr>Forecasted Passenger count by Individual Carrier</vt:lpstr>
      <vt:lpstr>Forecasted Peak Usage Times for Staging Facilities (2025-2030)</vt:lpstr>
      <vt:lpstr>Comparison of Current Usage (2023) vs. Pre-COVID Levels (2019)</vt:lpstr>
      <vt:lpstr>Recommendations:</vt:lpstr>
      <vt:lpstr>   Thankyou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Jyoshna Narapareddy</dc:creator>
  <cp:lastModifiedBy>Jyoshna Narapareddy</cp:lastModifiedBy>
  <cp:revision>1</cp:revision>
  <dcterms:created xsi:type="dcterms:W3CDTF">2025-04-29T01:44:57Z</dcterms:created>
  <dcterms:modified xsi:type="dcterms:W3CDTF">2025-04-29T13:16:45Z</dcterms:modified>
</cp:coreProperties>
</file>
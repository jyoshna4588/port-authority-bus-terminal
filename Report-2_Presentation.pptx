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-43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yoshna Narapareddy" userId="3ed403cb54168935" providerId="LiveId" clId="{503F327B-F262-48AD-8D23-C3179F429965}"/>
    <pc:docChg chg="undo custSel addSld modSld addMainMaster delMainMaster">
      <pc:chgData name="Jyoshna Narapareddy" userId="3ed403cb54168935" providerId="LiveId" clId="{503F327B-F262-48AD-8D23-C3179F429965}" dt="2025-03-04T14:54:49.159" v="1695"/>
      <pc:docMkLst>
        <pc:docMk/>
      </pc:docMkLst>
      <pc:sldChg chg="addSp delSp modSp new mod setBg modClrScheme addAnim delAnim setClrOvrMap chgLayout">
        <pc:chgData name="Jyoshna Narapareddy" userId="3ed403cb54168935" providerId="LiveId" clId="{503F327B-F262-48AD-8D23-C3179F429965}" dt="2025-03-04T05:54:12.981" v="1692" actId="27636"/>
        <pc:sldMkLst>
          <pc:docMk/>
          <pc:sldMk cId="273851835" sldId="256"/>
        </pc:sldMkLst>
        <pc:spChg chg="mod">
          <ac:chgData name="Jyoshna Narapareddy" userId="3ed403cb54168935" providerId="LiveId" clId="{503F327B-F262-48AD-8D23-C3179F429965}" dt="2025-03-04T05:52:49.221" v="1622" actId="26606"/>
          <ac:spMkLst>
            <pc:docMk/>
            <pc:sldMk cId="273851835" sldId="256"/>
            <ac:spMk id="2" creationId="{5DEAF8A7-C869-8AD1-B24F-73A355EE77AB}"/>
          </ac:spMkLst>
        </pc:spChg>
        <pc:spChg chg="mod">
          <ac:chgData name="Jyoshna Narapareddy" userId="3ed403cb54168935" providerId="LiveId" clId="{503F327B-F262-48AD-8D23-C3179F429965}" dt="2025-03-04T05:54:12.981" v="1692" actId="27636"/>
          <ac:spMkLst>
            <pc:docMk/>
            <pc:sldMk cId="273851835" sldId="256"/>
            <ac:spMk id="3" creationId="{8FB8633D-EF19-7FBD-4BF2-E19B94118A2D}"/>
          </ac:spMkLst>
        </pc:spChg>
        <pc:spChg chg="add del">
          <ac:chgData name="Jyoshna Narapareddy" userId="3ed403cb54168935" providerId="LiveId" clId="{503F327B-F262-48AD-8D23-C3179F429965}" dt="2025-03-04T05:24:10.952" v="111" actId="26606"/>
          <ac:spMkLst>
            <pc:docMk/>
            <pc:sldMk cId="273851835" sldId="256"/>
            <ac:spMk id="9" creationId="{85CB65D0-496F-4797-A015-C85839E35D1A}"/>
          </ac:spMkLst>
        </pc:spChg>
        <pc:spChg chg="add del">
          <ac:chgData name="Jyoshna Narapareddy" userId="3ed403cb54168935" providerId="LiveId" clId="{503F327B-F262-48AD-8D23-C3179F429965}" dt="2025-03-04T05:24:10.952" v="111" actId="26606"/>
          <ac:spMkLst>
            <pc:docMk/>
            <pc:sldMk cId="273851835" sldId="256"/>
            <ac:spMk id="11" creationId="{95D2C779-8883-4E5F-A170-0F464918C1B7}"/>
          </ac:spMkLst>
        </pc:spChg>
        <pc:spChg chg="add del">
          <ac:chgData name="Jyoshna Narapareddy" userId="3ed403cb54168935" providerId="LiveId" clId="{503F327B-F262-48AD-8D23-C3179F429965}" dt="2025-03-04T05:24:46.875" v="115" actId="26606"/>
          <ac:spMkLst>
            <pc:docMk/>
            <pc:sldMk cId="273851835" sldId="256"/>
            <ac:spMk id="15" creationId="{5E5473D2-DD46-DFAF-84EC-264D6CE58B94}"/>
          </ac:spMkLst>
        </pc:spChg>
        <pc:spChg chg="add del">
          <ac:chgData name="Jyoshna Narapareddy" userId="3ed403cb54168935" providerId="LiveId" clId="{503F327B-F262-48AD-8D23-C3179F429965}" dt="2025-03-04T05:27:39.934" v="230" actId="26606"/>
          <ac:spMkLst>
            <pc:docMk/>
            <pc:sldMk cId="273851835" sldId="256"/>
            <ac:spMk id="23" creationId="{4EFE82FE-7465-AE46-88DF-34D347E83B84}"/>
          </ac:spMkLst>
        </pc:spChg>
        <pc:spChg chg="add del">
          <ac:chgData name="Jyoshna Narapareddy" userId="3ed403cb54168935" providerId="LiveId" clId="{503F327B-F262-48AD-8D23-C3179F429965}" dt="2025-03-04T05:27:39.934" v="230" actId="26606"/>
          <ac:spMkLst>
            <pc:docMk/>
            <pc:sldMk cId="273851835" sldId="256"/>
            <ac:spMk id="25" creationId="{B4F75AE3-A3AC-DE4C-98FE-EC9DC3BF8DA5}"/>
          </ac:spMkLst>
        </pc:spChg>
        <pc:spChg chg="add del">
          <ac:chgData name="Jyoshna Narapareddy" userId="3ed403cb54168935" providerId="LiveId" clId="{503F327B-F262-48AD-8D23-C3179F429965}" dt="2025-03-04T05:52:49.221" v="1622" actId="26606"/>
          <ac:spMkLst>
            <pc:docMk/>
            <pc:sldMk cId="273851835" sldId="256"/>
            <ac:spMk id="33" creationId="{4EFE82FE-7465-AE46-88DF-34D347E83B84}"/>
          </ac:spMkLst>
        </pc:spChg>
        <pc:spChg chg="add del">
          <ac:chgData name="Jyoshna Narapareddy" userId="3ed403cb54168935" providerId="LiveId" clId="{503F327B-F262-48AD-8D23-C3179F429965}" dt="2025-03-04T05:54:03.250" v="1690" actId="26606"/>
          <ac:spMkLst>
            <pc:docMk/>
            <pc:sldMk cId="273851835" sldId="256"/>
            <ac:spMk id="46" creationId="{4EFE82FE-7465-AE46-88DF-34D347E83B84}"/>
          </ac:spMkLst>
        </pc:spChg>
        <pc:spChg chg="add del">
          <ac:chgData name="Jyoshna Narapareddy" userId="3ed403cb54168935" providerId="LiveId" clId="{503F327B-F262-48AD-8D23-C3179F429965}" dt="2025-03-04T05:52:41.762" v="1619" actId="26606"/>
          <ac:spMkLst>
            <pc:docMk/>
            <pc:sldMk cId="273851835" sldId="256"/>
            <ac:spMk id="49" creationId="{4EFE82FE-7465-AE46-88DF-34D347E83B84}"/>
          </ac:spMkLst>
        </pc:spChg>
        <pc:spChg chg="add">
          <ac:chgData name="Jyoshna Narapareddy" userId="3ed403cb54168935" providerId="LiveId" clId="{503F327B-F262-48AD-8D23-C3179F429965}" dt="2025-03-04T05:54:03.250" v="1690" actId="26606"/>
          <ac:spMkLst>
            <pc:docMk/>
            <pc:sldMk cId="273851835" sldId="256"/>
            <ac:spMk id="66" creationId="{4EFE82FE-7465-AE46-88DF-34D347E83B84}"/>
          </ac:spMkLst>
        </pc:spChg>
        <pc:spChg chg="add del">
          <ac:chgData name="Jyoshna Narapareddy" userId="3ed403cb54168935" providerId="LiveId" clId="{503F327B-F262-48AD-8D23-C3179F429965}" dt="2025-03-04T05:52:44.482" v="1621" actId="26606"/>
          <ac:spMkLst>
            <pc:docMk/>
            <pc:sldMk cId="273851835" sldId="256"/>
            <ac:spMk id="79" creationId="{4EFE82FE-7465-AE46-88DF-34D347E83B84}"/>
          </ac:spMkLst>
        </pc:spChg>
        <pc:grpChg chg="add del">
          <ac:chgData name="Jyoshna Narapareddy" userId="3ed403cb54168935" providerId="LiveId" clId="{503F327B-F262-48AD-8D23-C3179F429965}" dt="2025-03-04T05:27:39.934" v="230" actId="26606"/>
          <ac:grpSpMkLst>
            <pc:docMk/>
            <pc:sldMk cId="273851835" sldId="256"/>
            <ac:grpSpMk id="27" creationId="{44406D7A-DB1A-D940-8AD1-93FAF9DD7199}"/>
          </ac:grpSpMkLst>
        </pc:grpChg>
        <pc:grpChg chg="add del">
          <ac:chgData name="Jyoshna Narapareddy" userId="3ed403cb54168935" providerId="LiveId" clId="{503F327B-F262-48AD-8D23-C3179F429965}" dt="2025-03-04T05:52:49.221" v="1622" actId="26606"/>
          <ac:grpSpMkLst>
            <pc:docMk/>
            <pc:sldMk cId="273851835" sldId="256"/>
            <ac:grpSpMk id="35" creationId="{26C321DA-1EDE-3E4B-8B73-6477B2C6D046}"/>
          </ac:grpSpMkLst>
        </pc:grpChg>
        <pc:grpChg chg="add del">
          <ac:chgData name="Jyoshna Narapareddy" userId="3ed403cb54168935" providerId="LiveId" clId="{503F327B-F262-48AD-8D23-C3179F429965}" dt="2025-03-04T05:54:03.250" v="1690" actId="26606"/>
          <ac:grpSpMkLst>
            <pc:docMk/>
            <pc:sldMk cId="273851835" sldId="256"/>
            <ac:grpSpMk id="48" creationId="{75BEF7CB-BB00-3345-8542-8F0FAFE1C48B}"/>
          </ac:grpSpMkLst>
        </pc:grpChg>
        <pc:grpChg chg="add del">
          <ac:chgData name="Jyoshna Narapareddy" userId="3ed403cb54168935" providerId="LiveId" clId="{503F327B-F262-48AD-8D23-C3179F429965}" dt="2025-03-04T05:52:41.762" v="1619" actId="26606"/>
          <ac:grpSpMkLst>
            <pc:docMk/>
            <pc:sldMk cId="273851835" sldId="256"/>
            <ac:grpSpMk id="53" creationId="{A6B8E30F-B99D-4646-9EF5-E882312911A7}"/>
          </ac:grpSpMkLst>
        </pc:grpChg>
        <pc:grpChg chg="add">
          <ac:chgData name="Jyoshna Narapareddy" userId="3ed403cb54168935" providerId="LiveId" clId="{503F327B-F262-48AD-8D23-C3179F429965}" dt="2025-03-04T05:54:03.250" v="1690" actId="26606"/>
          <ac:grpSpMkLst>
            <pc:docMk/>
            <pc:sldMk cId="273851835" sldId="256"/>
            <ac:grpSpMk id="70" creationId="{75BEF7CB-BB00-3345-8542-8F0FAFE1C48B}"/>
          </ac:grpSpMkLst>
        </pc:grpChg>
        <pc:grpChg chg="add del">
          <ac:chgData name="Jyoshna Narapareddy" userId="3ed403cb54168935" providerId="LiveId" clId="{503F327B-F262-48AD-8D23-C3179F429965}" dt="2025-03-04T05:52:44.482" v="1621" actId="26606"/>
          <ac:grpSpMkLst>
            <pc:docMk/>
            <pc:sldMk cId="273851835" sldId="256"/>
            <ac:grpSpMk id="81" creationId="{1C054FC3-922A-EC40-AC25-A59AF5378B18}"/>
          </ac:grpSpMkLst>
        </pc:grpChg>
        <pc:picChg chg="add del">
          <ac:chgData name="Jyoshna Narapareddy" userId="3ed403cb54168935" providerId="LiveId" clId="{503F327B-F262-48AD-8D23-C3179F429965}" dt="2025-03-04T05:24:10.952" v="111" actId="26606"/>
          <ac:picMkLst>
            <pc:docMk/>
            <pc:sldMk cId="273851835" sldId="256"/>
            <ac:picMk id="4" creationId="{F31D2722-CCC0-2B92-DF88-15DE50D29CAA}"/>
          </ac:picMkLst>
        </pc:picChg>
        <pc:picChg chg="add del">
          <ac:chgData name="Jyoshna Narapareddy" userId="3ed403cb54168935" providerId="LiveId" clId="{503F327B-F262-48AD-8D23-C3179F429965}" dt="2025-03-04T05:24:46.875" v="115" actId="26606"/>
          <ac:picMkLst>
            <pc:docMk/>
            <pc:sldMk cId="273851835" sldId="256"/>
            <ac:picMk id="16" creationId="{899E43B6-B7E1-7390-CE5B-A1BD25B892CC}"/>
          </ac:picMkLst>
        </pc:picChg>
        <pc:picChg chg="add del mod ord">
          <ac:chgData name="Jyoshna Narapareddy" userId="3ed403cb54168935" providerId="LiveId" clId="{503F327B-F262-48AD-8D23-C3179F429965}" dt="2025-03-04T05:52:21.764" v="1617" actId="478"/>
          <ac:picMkLst>
            <pc:docMk/>
            <pc:sldMk cId="273851835" sldId="256"/>
            <ac:picMk id="24" creationId="{4BB6E38D-559C-FF20-7E79-047681ED9AEF}"/>
          </ac:picMkLst>
        </pc:picChg>
        <pc:cxnChg chg="add del">
          <ac:chgData name="Jyoshna Narapareddy" userId="3ed403cb54168935" providerId="LiveId" clId="{503F327B-F262-48AD-8D23-C3179F429965}" dt="2025-03-04T05:24:10.952" v="111" actId="26606"/>
          <ac:cxnSpMkLst>
            <pc:docMk/>
            <pc:sldMk cId="273851835" sldId="256"/>
            <ac:cxnSpMk id="13" creationId="{BD96A694-258D-4418-A83C-B9BA72FD44B8}"/>
          </ac:cxnSpMkLst>
        </pc:cxnChg>
        <pc:cxnChg chg="add del">
          <ac:chgData name="Jyoshna Narapareddy" userId="3ed403cb54168935" providerId="LiveId" clId="{503F327B-F262-48AD-8D23-C3179F429965}" dt="2025-03-04T05:27:39.934" v="230" actId="26606"/>
          <ac:cxnSpMkLst>
            <pc:docMk/>
            <pc:sldMk cId="273851835" sldId="256"/>
            <ac:cxnSpMk id="26" creationId="{41C79BB7-CCAB-2243-9830-5569626C4D01}"/>
          </ac:cxnSpMkLst>
        </pc:cxnChg>
        <pc:cxnChg chg="add del">
          <ac:chgData name="Jyoshna Narapareddy" userId="3ed403cb54168935" providerId="LiveId" clId="{503F327B-F262-48AD-8D23-C3179F429965}" dt="2025-03-04T05:52:49.221" v="1622" actId="26606"/>
          <ac:cxnSpMkLst>
            <pc:docMk/>
            <pc:sldMk cId="273851835" sldId="256"/>
            <ac:cxnSpMk id="44" creationId="{EEA70831-9A8D-3B4D-8EA5-EE32F93E94E9}"/>
          </ac:cxnSpMkLst>
        </pc:cxnChg>
        <pc:cxnChg chg="add del">
          <ac:chgData name="Jyoshna Narapareddy" userId="3ed403cb54168935" providerId="LiveId" clId="{503F327B-F262-48AD-8D23-C3179F429965}" dt="2025-03-04T05:54:03.250" v="1690" actId="26606"/>
          <ac:cxnSpMkLst>
            <pc:docMk/>
            <pc:sldMk cId="273851835" sldId="256"/>
            <ac:cxnSpMk id="47" creationId="{BA7C2670-8081-9C42-82A1-23BBFAEAAABC}"/>
          </ac:cxnSpMkLst>
        </pc:cxnChg>
        <pc:cxnChg chg="add del">
          <ac:chgData name="Jyoshna Narapareddy" userId="3ed403cb54168935" providerId="LiveId" clId="{503F327B-F262-48AD-8D23-C3179F429965}" dt="2025-03-04T05:52:41.762" v="1619" actId="26606"/>
          <ac:cxnSpMkLst>
            <pc:docMk/>
            <pc:sldMk cId="273851835" sldId="256"/>
            <ac:cxnSpMk id="51" creationId="{EEA70831-9A8D-3B4D-8EA5-EE32F93E94E9}"/>
          </ac:cxnSpMkLst>
        </pc:cxnChg>
        <pc:cxnChg chg="add">
          <ac:chgData name="Jyoshna Narapareddy" userId="3ed403cb54168935" providerId="LiveId" clId="{503F327B-F262-48AD-8D23-C3179F429965}" dt="2025-03-04T05:54:03.250" v="1690" actId="26606"/>
          <ac:cxnSpMkLst>
            <pc:docMk/>
            <pc:sldMk cId="273851835" sldId="256"/>
            <ac:cxnSpMk id="68" creationId="{BA7C2670-8081-9C42-82A1-23BBFAEAAABC}"/>
          </ac:cxnSpMkLst>
        </pc:cxnChg>
        <pc:cxnChg chg="add del">
          <ac:chgData name="Jyoshna Narapareddy" userId="3ed403cb54168935" providerId="LiveId" clId="{503F327B-F262-48AD-8D23-C3179F429965}" dt="2025-03-04T05:52:44.482" v="1621" actId="26606"/>
          <ac:cxnSpMkLst>
            <pc:docMk/>
            <pc:sldMk cId="273851835" sldId="256"/>
            <ac:cxnSpMk id="80" creationId="{BA7C2670-8081-9C42-82A1-23BBFAEAAABC}"/>
          </ac:cxnSpMkLst>
        </pc:cxnChg>
      </pc:sldChg>
      <pc:sldChg chg="addSp delSp modSp new mod">
        <pc:chgData name="Jyoshna Narapareddy" userId="3ed403cb54168935" providerId="LiveId" clId="{503F327B-F262-48AD-8D23-C3179F429965}" dt="2025-03-04T05:27:14.468" v="229" actId="26606"/>
        <pc:sldMkLst>
          <pc:docMk/>
          <pc:sldMk cId="2610800939" sldId="257"/>
        </pc:sldMkLst>
        <pc:spChg chg="mod">
          <ac:chgData name="Jyoshna Narapareddy" userId="3ed403cb54168935" providerId="LiveId" clId="{503F327B-F262-48AD-8D23-C3179F429965}" dt="2025-03-04T05:25:23.862" v="139" actId="20577"/>
          <ac:spMkLst>
            <pc:docMk/>
            <pc:sldMk cId="2610800939" sldId="257"/>
            <ac:spMk id="2" creationId="{6A1F1B83-7347-7B77-C22C-FE991A2410B5}"/>
          </ac:spMkLst>
        </pc:spChg>
        <pc:spChg chg="del mod">
          <ac:chgData name="Jyoshna Narapareddy" userId="3ed403cb54168935" providerId="LiveId" clId="{503F327B-F262-48AD-8D23-C3179F429965}" dt="2025-03-04T05:27:14.468" v="229" actId="26606"/>
          <ac:spMkLst>
            <pc:docMk/>
            <pc:sldMk cId="2610800939" sldId="257"/>
            <ac:spMk id="3" creationId="{1DA7F1EF-B1B5-271A-AE41-D175B6C43BD0}"/>
          </ac:spMkLst>
        </pc:spChg>
        <pc:graphicFrameChg chg="add">
          <ac:chgData name="Jyoshna Narapareddy" userId="3ed403cb54168935" providerId="LiveId" clId="{503F327B-F262-48AD-8D23-C3179F429965}" dt="2025-03-04T05:27:14.468" v="229" actId="26606"/>
          <ac:graphicFrameMkLst>
            <pc:docMk/>
            <pc:sldMk cId="2610800939" sldId="257"/>
            <ac:graphicFrameMk id="5" creationId="{02312F1A-B94A-C538-FAC2-11392641B7C9}"/>
          </ac:graphicFrameMkLst>
        </pc:graphicFrameChg>
      </pc:sldChg>
      <pc:sldChg chg="addSp delSp modSp new mod setBg">
        <pc:chgData name="Jyoshna Narapareddy" userId="3ed403cb54168935" providerId="LiveId" clId="{503F327B-F262-48AD-8D23-C3179F429965}" dt="2025-03-04T05:34:48.342" v="595" actId="26606"/>
        <pc:sldMkLst>
          <pc:docMk/>
          <pc:sldMk cId="2671819661" sldId="258"/>
        </pc:sldMkLst>
        <pc:spChg chg="mod">
          <ac:chgData name="Jyoshna Narapareddy" userId="3ed403cb54168935" providerId="LiveId" clId="{503F327B-F262-48AD-8D23-C3179F429965}" dt="2025-03-04T05:34:48.342" v="595" actId="26606"/>
          <ac:spMkLst>
            <pc:docMk/>
            <pc:sldMk cId="2671819661" sldId="258"/>
            <ac:spMk id="2" creationId="{8CA8A3DD-F8D1-3689-516F-22EBA2241BF8}"/>
          </ac:spMkLst>
        </pc:spChg>
        <pc:spChg chg="del mod">
          <ac:chgData name="Jyoshna Narapareddy" userId="3ed403cb54168935" providerId="LiveId" clId="{503F327B-F262-48AD-8D23-C3179F429965}" dt="2025-03-04T05:33:30.108" v="549" actId="26606"/>
          <ac:spMkLst>
            <pc:docMk/>
            <pc:sldMk cId="2671819661" sldId="258"/>
            <ac:spMk id="3" creationId="{06C670E9-11C6-0640-8935-FDB8E739454D}"/>
          </ac:spMkLst>
        </pc:spChg>
        <pc:spChg chg="add del">
          <ac:chgData name="Jyoshna Narapareddy" userId="3ed403cb54168935" providerId="LiveId" clId="{503F327B-F262-48AD-8D23-C3179F429965}" dt="2025-03-04T05:34:48.342" v="595" actId="26606"/>
          <ac:spMkLst>
            <pc:docMk/>
            <pc:sldMk cId="2671819661" sldId="258"/>
            <ac:spMk id="9" creationId="{C7F2E4D6-EF46-1C43-8F3E-3620C3C83F36}"/>
          </ac:spMkLst>
        </pc:spChg>
        <pc:spChg chg="add del">
          <ac:chgData name="Jyoshna Narapareddy" userId="3ed403cb54168935" providerId="LiveId" clId="{503F327B-F262-48AD-8D23-C3179F429965}" dt="2025-03-04T05:34:08.200" v="580" actId="26606"/>
          <ac:spMkLst>
            <pc:docMk/>
            <pc:sldMk cId="2671819661" sldId="258"/>
            <ac:spMk id="16" creationId="{C7F2E4D6-EF46-1C43-8F3E-3620C3C83F36}"/>
          </ac:spMkLst>
        </pc:spChg>
        <pc:spChg chg="add del">
          <ac:chgData name="Jyoshna Narapareddy" userId="3ed403cb54168935" providerId="LiveId" clId="{503F327B-F262-48AD-8D23-C3179F429965}" dt="2025-03-04T05:34:13.969" v="582" actId="26606"/>
          <ac:spMkLst>
            <pc:docMk/>
            <pc:sldMk cId="2671819661" sldId="258"/>
            <ac:spMk id="20" creationId="{C7F2E4D6-EF46-1C43-8F3E-3620C3C83F36}"/>
          </ac:spMkLst>
        </pc:spChg>
        <pc:spChg chg="add del">
          <ac:chgData name="Jyoshna Narapareddy" userId="3ed403cb54168935" providerId="LiveId" clId="{503F327B-F262-48AD-8D23-C3179F429965}" dt="2025-03-04T05:34:23.312" v="584" actId="26606"/>
          <ac:spMkLst>
            <pc:docMk/>
            <pc:sldMk cId="2671819661" sldId="258"/>
            <ac:spMk id="23" creationId="{C7F2E4D6-EF46-1C43-8F3E-3620C3C83F36}"/>
          </ac:spMkLst>
        </pc:spChg>
        <pc:spChg chg="add del">
          <ac:chgData name="Jyoshna Narapareddy" userId="3ed403cb54168935" providerId="LiveId" clId="{503F327B-F262-48AD-8D23-C3179F429965}" dt="2025-03-04T05:34:30.824" v="586" actId="26606"/>
          <ac:spMkLst>
            <pc:docMk/>
            <pc:sldMk cId="2671819661" sldId="258"/>
            <ac:spMk id="29" creationId="{C7F2E4D6-EF46-1C43-8F3E-3620C3C83F36}"/>
          </ac:spMkLst>
        </pc:spChg>
        <pc:spChg chg="add del">
          <ac:chgData name="Jyoshna Narapareddy" userId="3ed403cb54168935" providerId="LiveId" clId="{503F327B-F262-48AD-8D23-C3179F429965}" dt="2025-03-04T05:34:32.254" v="588" actId="26606"/>
          <ac:spMkLst>
            <pc:docMk/>
            <pc:sldMk cId="2671819661" sldId="258"/>
            <ac:spMk id="32" creationId="{C7F2E4D6-EF46-1C43-8F3E-3620C3C83F36}"/>
          </ac:spMkLst>
        </pc:spChg>
        <pc:spChg chg="add del">
          <ac:chgData name="Jyoshna Narapareddy" userId="3ed403cb54168935" providerId="LiveId" clId="{503F327B-F262-48AD-8D23-C3179F429965}" dt="2025-03-04T05:34:39.253" v="590" actId="26606"/>
          <ac:spMkLst>
            <pc:docMk/>
            <pc:sldMk cId="2671819661" sldId="258"/>
            <ac:spMk id="35" creationId="{C7F2E4D6-EF46-1C43-8F3E-3620C3C83F36}"/>
          </ac:spMkLst>
        </pc:spChg>
        <pc:spChg chg="add del">
          <ac:chgData name="Jyoshna Narapareddy" userId="3ed403cb54168935" providerId="LiveId" clId="{503F327B-F262-48AD-8D23-C3179F429965}" dt="2025-03-04T05:34:42.094" v="592" actId="26606"/>
          <ac:spMkLst>
            <pc:docMk/>
            <pc:sldMk cId="2671819661" sldId="258"/>
            <ac:spMk id="38" creationId="{C7F2E4D6-EF46-1C43-8F3E-3620C3C83F36}"/>
          </ac:spMkLst>
        </pc:spChg>
        <pc:spChg chg="add del">
          <ac:chgData name="Jyoshna Narapareddy" userId="3ed403cb54168935" providerId="LiveId" clId="{503F327B-F262-48AD-8D23-C3179F429965}" dt="2025-03-04T05:34:48.336" v="594" actId="26606"/>
          <ac:spMkLst>
            <pc:docMk/>
            <pc:sldMk cId="2671819661" sldId="258"/>
            <ac:spMk id="41" creationId="{C7F2E4D6-EF46-1C43-8F3E-3620C3C83F36}"/>
          </ac:spMkLst>
        </pc:spChg>
        <pc:spChg chg="add">
          <ac:chgData name="Jyoshna Narapareddy" userId="3ed403cb54168935" providerId="LiveId" clId="{503F327B-F262-48AD-8D23-C3179F429965}" dt="2025-03-04T05:34:48.342" v="595" actId="26606"/>
          <ac:spMkLst>
            <pc:docMk/>
            <pc:sldMk cId="2671819661" sldId="258"/>
            <ac:spMk id="49" creationId="{C7F2E4D6-EF46-1C43-8F3E-3620C3C83F36}"/>
          </ac:spMkLst>
        </pc:spChg>
        <pc:grpChg chg="add del">
          <ac:chgData name="Jyoshna Narapareddy" userId="3ed403cb54168935" providerId="LiveId" clId="{503F327B-F262-48AD-8D23-C3179F429965}" dt="2025-03-04T05:34:23.312" v="584" actId="26606"/>
          <ac:grpSpMkLst>
            <pc:docMk/>
            <pc:sldMk cId="2671819661" sldId="258"/>
            <ac:grpSpMk id="25" creationId="{0D40C408-1C95-CC45-87A7-61CE8B1F9362}"/>
          </ac:grpSpMkLst>
        </pc:grpChg>
        <pc:grpChg chg="add del">
          <ac:chgData name="Jyoshna Narapareddy" userId="3ed403cb54168935" providerId="LiveId" clId="{503F327B-F262-48AD-8D23-C3179F429965}" dt="2025-03-04T05:34:48.336" v="594" actId="26606"/>
          <ac:grpSpMkLst>
            <pc:docMk/>
            <pc:sldMk cId="2671819661" sldId="258"/>
            <ac:grpSpMk id="43" creationId="{3E5FF700-0832-7346-B31E-5F46CCA1021A}"/>
          </ac:grpSpMkLst>
        </pc:grpChg>
        <pc:grpChg chg="add">
          <ac:chgData name="Jyoshna Narapareddy" userId="3ed403cb54168935" providerId="LiveId" clId="{503F327B-F262-48AD-8D23-C3179F429965}" dt="2025-03-04T05:34:48.342" v="595" actId="26606"/>
          <ac:grpSpMkLst>
            <pc:docMk/>
            <pc:sldMk cId="2671819661" sldId="258"/>
            <ac:grpSpMk id="50" creationId="{0D40C408-1C95-CC45-87A7-61CE8B1F9362}"/>
          </ac:grpSpMkLst>
        </pc:grpChg>
        <pc:graphicFrameChg chg="add mod modGraphic">
          <ac:chgData name="Jyoshna Narapareddy" userId="3ed403cb54168935" providerId="LiveId" clId="{503F327B-F262-48AD-8D23-C3179F429965}" dt="2025-03-04T05:34:48.342" v="595" actId="26606"/>
          <ac:graphicFrameMkLst>
            <pc:docMk/>
            <pc:sldMk cId="2671819661" sldId="258"/>
            <ac:graphicFrameMk id="5" creationId="{D4018B58-D424-2394-66C5-3F7DD93FDFE8}"/>
          </ac:graphicFrameMkLst>
        </pc:graphicFrameChg>
        <pc:cxnChg chg="add del">
          <ac:chgData name="Jyoshna Narapareddy" userId="3ed403cb54168935" providerId="LiveId" clId="{503F327B-F262-48AD-8D23-C3179F429965}" dt="2025-03-04T05:34:48.342" v="595" actId="26606"/>
          <ac:cxnSpMkLst>
            <pc:docMk/>
            <pc:sldMk cId="2671819661" sldId="258"/>
            <ac:cxnSpMk id="11" creationId="{BF3CF3DF-4809-5B42-9F22-981391379297}"/>
          </ac:cxnSpMkLst>
        </pc:cxnChg>
        <pc:cxnChg chg="add del">
          <ac:chgData name="Jyoshna Narapareddy" userId="3ed403cb54168935" providerId="LiveId" clId="{503F327B-F262-48AD-8D23-C3179F429965}" dt="2025-03-04T05:34:08.200" v="580" actId="26606"/>
          <ac:cxnSpMkLst>
            <pc:docMk/>
            <pc:sldMk cId="2671819661" sldId="258"/>
            <ac:cxnSpMk id="18" creationId="{BF3CF3DF-4809-5B42-9F22-981391379297}"/>
          </ac:cxnSpMkLst>
        </pc:cxnChg>
        <pc:cxnChg chg="add del">
          <ac:chgData name="Jyoshna Narapareddy" userId="3ed403cb54168935" providerId="LiveId" clId="{503F327B-F262-48AD-8D23-C3179F429965}" dt="2025-03-04T05:34:13.969" v="582" actId="26606"/>
          <ac:cxnSpMkLst>
            <pc:docMk/>
            <pc:sldMk cId="2671819661" sldId="258"/>
            <ac:cxnSpMk id="21" creationId="{BF3CF3DF-4809-5B42-9F22-981391379297}"/>
          </ac:cxnSpMkLst>
        </pc:cxnChg>
        <pc:cxnChg chg="add del">
          <ac:chgData name="Jyoshna Narapareddy" userId="3ed403cb54168935" providerId="LiveId" clId="{503F327B-F262-48AD-8D23-C3179F429965}" dt="2025-03-04T05:34:23.312" v="584" actId="26606"/>
          <ac:cxnSpMkLst>
            <pc:docMk/>
            <pc:sldMk cId="2671819661" sldId="258"/>
            <ac:cxnSpMk id="24" creationId="{BF3CF3DF-4809-5B42-9F22-981391379297}"/>
          </ac:cxnSpMkLst>
        </pc:cxnChg>
        <pc:cxnChg chg="add del">
          <ac:chgData name="Jyoshna Narapareddy" userId="3ed403cb54168935" providerId="LiveId" clId="{503F327B-F262-48AD-8D23-C3179F429965}" dt="2025-03-04T05:34:30.824" v="586" actId="26606"/>
          <ac:cxnSpMkLst>
            <pc:docMk/>
            <pc:sldMk cId="2671819661" sldId="258"/>
            <ac:cxnSpMk id="30" creationId="{65824CF1-E973-7D48-9ECB-68CF79EC0DEF}"/>
          </ac:cxnSpMkLst>
        </pc:cxnChg>
        <pc:cxnChg chg="add del">
          <ac:chgData name="Jyoshna Narapareddy" userId="3ed403cb54168935" providerId="LiveId" clId="{503F327B-F262-48AD-8D23-C3179F429965}" dt="2025-03-04T05:34:32.254" v="588" actId="26606"/>
          <ac:cxnSpMkLst>
            <pc:docMk/>
            <pc:sldMk cId="2671819661" sldId="258"/>
            <ac:cxnSpMk id="33" creationId="{BF3CF3DF-4809-5B42-9F22-981391379297}"/>
          </ac:cxnSpMkLst>
        </pc:cxnChg>
        <pc:cxnChg chg="add del">
          <ac:chgData name="Jyoshna Narapareddy" userId="3ed403cb54168935" providerId="LiveId" clId="{503F327B-F262-48AD-8D23-C3179F429965}" dt="2025-03-04T05:34:39.253" v="590" actId="26606"/>
          <ac:cxnSpMkLst>
            <pc:docMk/>
            <pc:sldMk cId="2671819661" sldId="258"/>
            <ac:cxnSpMk id="36" creationId="{BF3CF3DF-4809-5B42-9F22-981391379297}"/>
          </ac:cxnSpMkLst>
        </pc:cxnChg>
        <pc:cxnChg chg="add del">
          <ac:chgData name="Jyoshna Narapareddy" userId="3ed403cb54168935" providerId="LiveId" clId="{503F327B-F262-48AD-8D23-C3179F429965}" dt="2025-03-04T05:34:42.094" v="592" actId="26606"/>
          <ac:cxnSpMkLst>
            <pc:docMk/>
            <pc:sldMk cId="2671819661" sldId="258"/>
            <ac:cxnSpMk id="39" creationId="{65824CF1-E973-7D48-9ECB-68CF79EC0DEF}"/>
          </ac:cxnSpMkLst>
        </pc:cxnChg>
        <pc:cxnChg chg="add del">
          <ac:chgData name="Jyoshna Narapareddy" userId="3ed403cb54168935" providerId="LiveId" clId="{503F327B-F262-48AD-8D23-C3179F429965}" dt="2025-03-04T05:34:48.336" v="594" actId="26606"/>
          <ac:cxnSpMkLst>
            <pc:docMk/>
            <pc:sldMk cId="2671819661" sldId="258"/>
            <ac:cxnSpMk id="42" creationId="{BF3CF3DF-4809-5B42-9F22-981391379297}"/>
          </ac:cxnSpMkLst>
        </pc:cxnChg>
        <pc:cxnChg chg="add">
          <ac:chgData name="Jyoshna Narapareddy" userId="3ed403cb54168935" providerId="LiveId" clId="{503F327B-F262-48AD-8D23-C3179F429965}" dt="2025-03-04T05:34:48.342" v="595" actId="26606"/>
          <ac:cxnSpMkLst>
            <pc:docMk/>
            <pc:sldMk cId="2671819661" sldId="258"/>
            <ac:cxnSpMk id="54" creationId="{BF3CF3DF-4809-5B42-9F22-981391379297}"/>
          </ac:cxnSpMkLst>
        </pc:cxnChg>
      </pc:sldChg>
      <pc:sldChg chg="addSp delSp modSp new mod setBg modNotesTx">
        <pc:chgData name="Jyoshna Narapareddy" userId="3ed403cb54168935" providerId="LiveId" clId="{503F327B-F262-48AD-8D23-C3179F429965}" dt="2025-03-04T14:54:49.159" v="1695"/>
        <pc:sldMkLst>
          <pc:docMk/>
          <pc:sldMk cId="2394087418" sldId="259"/>
        </pc:sldMkLst>
        <pc:spChg chg="mod">
          <ac:chgData name="Jyoshna Narapareddy" userId="3ed403cb54168935" providerId="LiveId" clId="{503F327B-F262-48AD-8D23-C3179F429965}" dt="2025-03-04T05:40:32.029" v="1119" actId="26606"/>
          <ac:spMkLst>
            <pc:docMk/>
            <pc:sldMk cId="2394087418" sldId="259"/>
            <ac:spMk id="2" creationId="{48A54089-5299-C710-4249-03D4E9F64F67}"/>
          </ac:spMkLst>
        </pc:spChg>
        <pc:spChg chg="add del mod">
          <ac:chgData name="Jyoshna Narapareddy" userId="3ed403cb54168935" providerId="LiveId" clId="{503F327B-F262-48AD-8D23-C3179F429965}" dt="2025-03-04T05:40:32.029" v="1119" actId="26606"/>
          <ac:spMkLst>
            <pc:docMk/>
            <pc:sldMk cId="2394087418" sldId="259"/>
            <ac:spMk id="3" creationId="{C42BF26F-F373-887E-5655-3EBBB134F2DF}"/>
          </ac:spMkLst>
        </pc:spChg>
        <pc:spChg chg="add del">
          <ac:chgData name="Jyoshna Narapareddy" userId="3ed403cb54168935" providerId="LiveId" clId="{503F327B-F262-48AD-8D23-C3179F429965}" dt="2025-03-04T05:40:19.025" v="1114" actId="26606"/>
          <ac:spMkLst>
            <pc:docMk/>
            <pc:sldMk cId="2394087418" sldId="259"/>
            <ac:spMk id="9" creationId="{C7F2E4D6-EF46-1C43-8F3E-3620C3C83F36}"/>
          </ac:spMkLst>
        </pc:spChg>
        <pc:spChg chg="add">
          <ac:chgData name="Jyoshna Narapareddy" userId="3ed403cb54168935" providerId="LiveId" clId="{503F327B-F262-48AD-8D23-C3179F429965}" dt="2025-03-04T05:40:32.029" v="1119" actId="26606"/>
          <ac:spMkLst>
            <pc:docMk/>
            <pc:sldMk cId="2394087418" sldId="259"/>
            <ac:spMk id="17" creationId="{C7F2E4D6-EF46-1C43-8F3E-3620C3C83F36}"/>
          </ac:spMkLst>
        </pc:spChg>
        <pc:graphicFrameChg chg="add del">
          <ac:chgData name="Jyoshna Narapareddy" userId="3ed403cb54168935" providerId="LiveId" clId="{503F327B-F262-48AD-8D23-C3179F429965}" dt="2025-03-04T05:40:19.025" v="1114" actId="26606"/>
          <ac:graphicFrameMkLst>
            <pc:docMk/>
            <pc:sldMk cId="2394087418" sldId="259"/>
            <ac:graphicFrameMk id="5" creationId="{F7A08844-7D18-ADC7-74C2-3D436B30B60B}"/>
          </ac:graphicFrameMkLst>
        </pc:graphicFrameChg>
        <pc:graphicFrameChg chg="add del">
          <ac:chgData name="Jyoshna Narapareddy" userId="3ed403cb54168935" providerId="LiveId" clId="{503F327B-F262-48AD-8D23-C3179F429965}" dt="2025-03-04T05:40:23.762" v="1116" actId="26606"/>
          <ac:graphicFrameMkLst>
            <pc:docMk/>
            <pc:sldMk cId="2394087418" sldId="259"/>
            <ac:graphicFrameMk id="13" creationId="{F88D061C-B77B-B411-4904-FF2E8852B366}"/>
          </ac:graphicFrameMkLst>
        </pc:graphicFrameChg>
        <pc:graphicFrameChg chg="add del">
          <ac:chgData name="Jyoshna Narapareddy" userId="3ed403cb54168935" providerId="LiveId" clId="{503F327B-F262-48AD-8D23-C3179F429965}" dt="2025-03-04T05:40:32.013" v="1118" actId="26606"/>
          <ac:graphicFrameMkLst>
            <pc:docMk/>
            <pc:sldMk cId="2394087418" sldId="259"/>
            <ac:graphicFrameMk id="15" creationId="{E8165E0F-8E49-B62E-1E15-885E6577C2F2}"/>
          </ac:graphicFrameMkLst>
        </pc:graphicFrameChg>
        <pc:graphicFrameChg chg="add">
          <ac:chgData name="Jyoshna Narapareddy" userId="3ed403cb54168935" providerId="LiveId" clId="{503F327B-F262-48AD-8D23-C3179F429965}" dt="2025-03-04T05:40:32.029" v="1119" actId="26606"/>
          <ac:graphicFrameMkLst>
            <pc:docMk/>
            <pc:sldMk cId="2394087418" sldId="259"/>
            <ac:graphicFrameMk id="19" creationId="{18F53673-E126-A1F0-485B-C3B8AF1B9429}"/>
          </ac:graphicFrameMkLst>
        </pc:graphicFrameChg>
        <pc:cxnChg chg="add del">
          <ac:chgData name="Jyoshna Narapareddy" userId="3ed403cb54168935" providerId="LiveId" clId="{503F327B-F262-48AD-8D23-C3179F429965}" dt="2025-03-04T05:40:19.025" v="1114" actId="26606"/>
          <ac:cxnSpMkLst>
            <pc:docMk/>
            <pc:sldMk cId="2394087418" sldId="259"/>
            <ac:cxnSpMk id="11" creationId="{BF3CF3DF-4809-5B42-9F22-981391379297}"/>
          </ac:cxnSpMkLst>
        </pc:cxnChg>
        <pc:cxnChg chg="add">
          <ac:chgData name="Jyoshna Narapareddy" userId="3ed403cb54168935" providerId="LiveId" clId="{503F327B-F262-48AD-8D23-C3179F429965}" dt="2025-03-04T05:40:32.029" v="1119" actId="26606"/>
          <ac:cxnSpMkLst>
            <pc:docMk/>
            <pc:sldMk cId="2394087418" sldId="259"/>
            <ac:cxnSpMk id="18" creationId="{65824CF1-E973-7D48-9ECB-68CF79EC0DEF}"/>
          </ac:cxnSpMkLst>
        </pc:cxnChg>
      </pc:sldChg>
      <pc:sldChg chg="addSp delSp modSp new mod setBg modNotesTx">
        <pc:chgData name="Jyoshna Narapareddy" userId="3ed403cb54168935" providerId="LiveId" clId="{503F327B-F262-48AD-8D23-C3179F429965}" dt="2025-03-04T14:54:44.350" v="1694" actId="20577"/>
        <pc:sldMkLst>
          <pc:docMk/>
          <pc:sldMk cId="494323011" sldId="260"/>
        </pc:sldMkLst>
        <pc:spChg chg="mod">
          <ac:chgData name="Jyoshna Narapareddy" userId="3ed403cb54168935" providerId="LiveId" clId="{503F327B-F262-48AD-8D23-C3179F429965}" dt="2025-03-04T05:45:29.211" v="1478" actId="26606"/>
          <ac:spMkLst>
            <pc:docMk/>
            <pc:sldMk cId="494323011" sldId="260"/>
            <ac:spMk id="2" creationId="{56CA8A8A-C171-FFC0-F12D-01C4BABB0053}"/>
          </ac:spMkLst>
        </pc:spChg>
        <pc:spChg chg="mod">
          <ac:chgData name="Jyoshna Narapareddy" userId="3ed403cb54168935" providerId="LiveId" clId="{503F327B-F262-48AD-8D23-C3179F429965}" dt="2025-03-04T05:45:29.211" v="1478" actId="26606"/>
          <ac:spMkLst>
            <pc:docMk/>
            <pc:sldMk cId="494323011" sldId="260"/>
            <ac:spMk id="3" creationId="{380C994A-6FD2-C5EB-E34C-3EC0FD4F94AE}"/>
          </ac:spMkLst>
        </pc:spChg>
        <pc:spChg chg="add del">
          <ac:chgData name="Jyoshna Narapareddy" userId="3ed403cb54168935" providerId="LiveId" clId="{503F327B-F262-48AD-8D23-C3179F429965}" dt="2025-03-04T05:45:05.404" v="1475" actId="26606"/>
          <ac:spMkLst>
            <pc:docMk/>
            <pc:sldMk cId="494323011" sldId="260"/>
            <ac:spMk id="8" creationId="{4EFE82FE-7465-AE46-88DF-34D347E83B84}"/>
          </ac:spMkLst>
        </pc:spChg>
        <pc:spChg chg="add del">
          <ac:chgData name="Jyoshna Narapareddy" userId="3ed403cb54168935" providerId="LiveId" clId="{503F327B-F262-48AD-8D23-C3179F429965}" dt="2025-03-04T05:45:29.192" v="1477" actId="26606"/>
          <ac:spMkLst>
            <pc:docMk/>
            <pc:sldMk cId="494323011" sldId="260"/>
            <ac:spMk id="37" creationId="{4EFE82FE-7465-AE46-88DF-34D347E83B84}"/>
          </ac:spMkLst>
        </pc:spChg>
        <pc:spChg chg="add">
          <ac:chgData name="Jyoshna Narapareddy" userId="3ed403cb54168935" providerId="LiveId" clId="{503F327B-F262-48AD-8D23-C3179F429965}" dt="2025-03-04T05:45:29.211" v="1478" actId="26606"/>
          <ac:spMkLst>
            <pc:docMk/>
            <pc:sldMk cId="494323011" sldId="260"/>
            <ac:spMk id="54" creationId="{4EFE82FE-7465-AE46-88DF-34D347E83B84}"/>
          </ac:spMkLst>
        </pc:spChg>
        <pc:grpChg chg="add del">
          <ac:chgData name="Jyoshna Narapareddy" userId="3ed403cb54168935" providerId="LiveId" clId="{503F327B-F262-48AD-8D23-C3179F429965}" dt="2025-03-04T05:45:05.404" v="1475" actId="26606"/>
          <ac:grpSpMkLst>
            <pc:docMk/>
            <pc:sldMk cId="494323011" sldId="260"/>
            <ac:grpSpMk id="12" creationId="{1C054FC3-922A-EC40-AC25-A59AF5378B18}"/>
          </ac:grpSpMkLst>
        </pc:grpChg>
        <pc:grpChg chg="add del">
          <ac:chgData name="Jyoshna Narapareddy" userId="3ed403cb54168935" providerId="LiveId" clId="{503F327B-F262-48AD-8D23-C3179F429965}" dt="2025-03-04T05:45:29.192" v="1477" actId="26606"/>
          <ac:grpSpMkLst>
            <pc:docMk/>
            <pc:sldMk cId="494323011" sldId="260"/>
            <ac:grpSpMk id="39" creationId="{A6B8E30F-B99D-4646-9EF5-E882312911A7}"/>
          </ac:grpSpMkLst>
        </pc:grpChg>
        <pc:grpChg chg="add">
          <ac:chgData name="Jyoshna Narapareddy" userId="3ed403cb54168935" providerId="LiveId" clId="{503F327B-F262-48AD-8D23-C3179F429965}" dt="2025-03-04T05:45:29.211" v="1478" actId="26606"/>
          <ac:grpSpMkLst>
            <pc:docMk/>
            <pc:sldMk cId="494323011" sldId="260"/>
            <ac:grpSpMk id="56" creationId="{1C054FC3-922A-EC40-AC25-A59AF5378B18}"/>
          </ac:grpSpMkLst>
        </pc:grpChg>
        <pc:cxnChg chg="add del">
          <ac:chgData name="Jyoshna Narapareddy" userId="3ed403cb54168935" providerId="LiveId" clId="{503F327B-F262-48AD-8D23-C3179F429965}" dt="2025-03-04T05:45:05.404" v="1475" actId="26606"/>
          <ac:cxnSpMkLst>
            <pc:docMk/>
            <pc:sldMk cId="494323011" sldId="260"/>
            <ac:cxnSpMk id="10" creationId="{BA7C2670-8081-9C42-82A1-23BBFAEAAABC}"/>
          </ac:cxnSpMkLst>
        </pc:cxnChg>
        <pc:cxnChg chg="add del">
          <ac:chgData name="Jyoshna Narapareddy" userId="3ed403cb54168935" providerId="LiveId" clId="{503F327B-F262-48AD-8D23-C3179F429965}" dt="2025-03-04T05:45:29.192" v="1477" actId="26606"/>
          <ac:cxnSpMkLst>
            <pc:docMk/>
            <pc:sldMk cId="494323011" sldId="260"/>
            <ac:cxnSpMk id="38" creationId="{EEA70831-9A8D-3B4D-8EA5-EE32F93E94E9}"/>
          </ac:cxnSpMkLst>
        </pc:cxnChg>
        <pc:cxnChg chg="add">
          <ac:chgData name="Jyoshna Narapareddy" userId="3ed403cb54168935" providerId="LiveId" clId="{503F327B-F262-48AD-8D23-C3179F429965}" dt="2025-03-04T05:45:29.211" v="1478" actId="26606"/>
          <ac:cxnSpMkLst>
            <pc:docMk/>
            <pc:sldMk cId="494323011" sldId="260"/>
            <ac:cxnSpMk id="55" creationId="{BA7C2670-8081-9C42-82A1-23BBFAEAAABC}"/>
          </ac:cxnSpMkLst>
        </pc:cxnChg>
      </pc:sldChg>
      <pc:sldChg chg="addSp delSp modSp new mod setBg">
        <pc:chgData name="Jyoshna Narapareddy" userId="3ed403cb54168935" providerId="LiveId" clId="{503F327B-F262-48AD-8D23-C3179F429965}" dt="2025-03-04T05:48:21.616" v="1573" actId="14100"/>
        <pc:sldMkLst>
          <pc:docMk/>
          <pc:sldMk cId="297041294" sldId="261"/>
        </pc:sldMkLst>
        <pc:spChg chg="mod">
          <ac:chgData name="Jyoshna Narapareddy" userId="3ed403cb54168935" providerId="LiveId" clId="{503F327B-F262-48AD-8D23-C3179F429965}" dt="2025-03-04T05:48:12.812" v="1571" actId="14100"/>
          <ac:spMkLst>
            <pc:docMk/>
            <pc:sldMk cId="297041294" sldId="261"/>
            <ac:spMk id="2" creationId="{2BD764F9-79D8-68D0-7A8D-634AE279FA47}"/>
          </ac:spMkLst>
        </pc:spChg>
        <pc:spChg chg="del">
          <ac:chgData name="Jyoshna Narapareddy" userId="3ed403cb54168935" providerId="LiveId" clId="{503F327B-F262-48AD-8D23-C3179F429965}" dt="2025-03-04T05:46:44.189" v="1502" actId="22"/>
          <ac:spMkLst>
            <pc:docMk/>
            <pc:sldMk cId="297041294" sldId="261"/>
            <ac:spMk id="3" creationId="{9A8C2AB1-6436-0562-FC6A-27954E676A3C}"/>
          </ac:spMkLst>
        </pc:spChg>
        <pc:spChg chg="add del">
          <ac:chgData name="Jyoshna Narapareddy" userId="3ed403cb54168935" providerId="LiveId" clId="{503F327B-F262-48AD-8D23-C3179F429965}" dt="2025-03-04T05:47:24.050" v="1557" actId="26606"/>
          <ac:spMkLst>
            <pc:docMk/>
            <pc:sldMk cId="297041294" sldId="261"/>
            <ac:spMk id="9" creationId="{F33F2C64-90CC-7E1B-281A-D83435923FBF}"/>
          </ac:spMkLst>
        </pc:spChg>
        <pc:spChg chg="add del">
          <ac:chgData name="Jyoshna Narapareddy" userId="3ed403cb54168935" providerId="LiveId" clId="{503F327B-F262-48AD-8D23-C3179F429965}" dt="2025-03-04T05:47:22.260" v="1555" actId="26606"/>
          <ac:spMkLst>
            <pc:docMk/>
            <pc:sldMk cId="297041294" sldId="261"/>
            <ac:spMk id="38" creationId="{4EFE82FE-7465-AE46-88DF-34D347E83B84}"/>
          </ac:spMkLst>
        </pc:spChg>
        <pc:spChg chg="add del">
          <ac:chgData name="Jyoshna Narapareddy" userId="3ed403cb54168935" providerId="LiveId" clId="{503F327B-F262-48AD-8D23-C3179F429965}" dt="2025-03-04T05:47:24.050" v="1557" actId="26606"/>
          <ac:spMkLst>
            <pc:docMk/>
            <pc:sldMk cId="297041294" sldId="261"/>
            <ac:spMk id="48" creationId="{C7F2E4D6-EF46-1C43-8F3E-3620C3C83F36}"/>
          </ac:spMkLst>
        </pc:spChg>
        <pc:spChg chg="add del">
          <ac:chgData name="Jyoshna Narapareddy" userId="3ed403cb54168935" providerId="LiveId" clId="{503F327B-F262-48AD-8D23-C3179F429965}" dt="2025-03-04T05:47:37.008" v="1559" actId="26606"/>
          <ac:spMkLst>
            <pc:docMk/>
            <pc:sldMk cId="297041294" sldId="261"/>
            <ac:spMk id="58" creationId="{4EFE82FE-7465-AE46-88DF-34D347E83B84}"/>
          </ac:spMkLst>
        </pc:spChg>
        <pc:spChg chg="add del">
          <ac:chgData name="Jyoshna Narapareddy" userId="3ed403cb54168935" providerId="LiveId" clId="{503F327B-F262-48AD-8D23-C3179F429965}" dt="2025-03-04T05:47:46.095" v="1561" actId="26606"/>
          <ac:spMkLst>
            <pc:docMk/>
            <pc:sldMk cId="297041294" sldId="261"/>
            <ac:spMk id="88" creationId="{4EFE82FE-7465-AE46-88DF-34D347E83B84}"/>
          </ac:spMkLst>
        </pc:spChg>
        <pc:spChg chg="add del">
          <ac:chgData name="Jyoshna Narapareddy" userId="3ed403cb54168935" providerId="LiveId" clId="{503F327B-F262-48AD-8D23-C3179F429965}" dt="2025-03-04T05:47:47.585" v="1563" actId="26606"/>
          <ac:spMkLst>
            <pc:docMk/>
            <pc:sldMk cId="297041294" sldId="261"/>
            <ac:spMk id="97" creationId="{4EFE82FE-7465-AE46-88DF-34D347E83B84}"/>
          </ac:spMkLst>
        </pc:spChg>
        <pc:spChg chg="add del">
          <ac:chgData name="Jyoshna Narapareddy" userId="3ed403cb54168935" providerId="LiveId" clId="{503F327B-F262-48AD-8D23-C3179F429965}" dt="2025-03-04T05:47:49.625" v="1565" actId="26606"/>
          <ac:spMkLst>
            <pc:docMk/>
            <pc:sldMk cId="297041294" sldId="261"/>
            <ac:spMk id="127" creationId="{4EFE82FE-7465-AE46-88DF-34D347E83B84}"/>
          </ac:spMkLst>
        </pc:spChg>
        <pc:spChg chg="add">
          <ac:chgData name="Jyoshna Narapareddy" userId="3ed403cb54168935" providerId="LiveId" clId="{503F327B-F262-48AD-8D23-C3179F429965}" dt="2025-03-04T05:47:49.641" v="1566" actId="26606"/>
          <ac:spMkLst>
            <pc:docMk/>
            <pc:sldMk cId="297041294" sldId="261"/>
            <ac:spMk id="137" creationId="{4EFE82FE-7465-AE46-88DF-34D347E83B84}"/>
          </ac:spMkLst>
        </pc:spChg>
        <pc:grpChg chg="add del">
          <ac:chgData name="Jyoshna Narapareddy" userId="3ed403cb54168935" providerId="LiveId" clId="{503F327B-F262-48AD-8D23-C3179F429965}" dt="2025-03-04T05:47:22.260" v="1555" actId="26606"/>
          <ac:grpSpMkLst>
            <pc:docMk/>
            <pc:sldMk cId="297041294" sldId="261"/>
            <ac:grpSpMk id="10" creationId="{EB46B8FB-F6A2-5F47-A6CD-A7E17E69270F}"/>
          </ac:grpSpMkLst>
        </pc:grpChg>
        <pc:grpChg chg="add del">
          <ac:chgData name="Jyoshna Narapareddy" userId="3ed403cb54168935" providerId="LiveId" clId="{503F327B-F262-48AD-8D23-C3179F429965}" dt="2025-03-04T05:47:22.260" v="1555" actId="26606"/>
          <ac:grpSpMkLst>
            <pc:docMk/>
            <pc:sldMk cId="297041294" sldId="261"/>
            <ac:grpSpMk id="40" creationId="{BCFFF971-DAC9-F44B-9F22-4B030B6B61B3}"/>
          </ac:grpSpMkLst>
        </pc:grpChg>
        <pc:grpChg chg="add del">
          <ac:chgData name="Jyoshna Narapareddy" userId="3ed403cb54168935" providerId="LiveId" clId="{503F327B-F262-48AD-8D23-C3179F429965}" dt="2025-03-04T05:47:24.050" v="1557" actId="26606"/>
          <ac:grpSpMkLst>
            <pc:docMk/>
            <pc:sldMk cId="297041294" sldId="261"/>
            <ac:grpSpMk id="49" creationId="{05ADD15B-C747-D340-BF8A-A1DD2A6A9324}"/>
          </ac:grpSpMkLst>
        </pc:grpChg>
        <pc:grpChg chg="add del">
          <ac:chgData name="Jyoshna Narapareddy" userId="3ed403cb54168935" providerId="LiveId" clId="{503F327B-F262-48AD-8D23-C3179F429965}" dt="2025-03-04T05:47:37.008" v="1559" actId="26606"/>
          <ac:grpSpMkLst>
            <pc:docMk/>
            <pc:sldMk cId="297041294" sldId="261"/>
            <ac:grpSpMk id="56" creationId="{EB46B8FB-F6A2-5F47-A6CD-A7E17E69270F}"/>
          </ac:grpSpMkLst>
        </pc:grpChg>
        <pc:grpChg chg="add del">
          <ac:chgData name="Jyoshna Narapareddy" userId="3ed403cb54168935" providerId="LiveId" clId="{503F327B-F262-48AD-8D23-C3179F429965}" dt="2025-03-04T05:47:37.008" v="1559" actId="26606"/>
          <ac:grpSpMkLst>
            <pc:docMk/>
            <pc:sldMk cId="297041294" sldId="261"/>
            <ac:grpSpMk id="59" creationId="{BCFFF971-DAC9-F44B-9F22-4B030B6B61B3}"/>
          </ac:grpSpMkLst>
        </pc:grpChg>
        <pc:grpChg chg="add del">
          <ac:chgData name="Jyoshna Narapareddy" userId="3ed403cb54168935" providerId="LiveId" clId="{503F327B-F262-48AD-8D23-C3179F429965}" dt="2025-03-04T05:47:46.095" v="1561" actId="26606"/>
          <ac:grpSpMkLst>
            <pc:docMk/>
            <pc:sldMk cId="297041294" sldId="261"/>
            <ac:grpSpMk id="62" creationId="{EB46B8FB-F6A2-5F47-A6CD-A7E17E69270F}"/>
          </ac:grpSpMkLst>
        </pc:grpChg>
        <pc:grpChg chg="add del">
          <ac:chgData name="Jyoshna Narapareddy" userId="3ed403cb54168935" providerId="LiveId" clId="{503F327B-F262-48AD-8D23-C3179F429965}" dt="2025-03-04T05:47:46.095" v="1561" actId="26606"/>
          <ac:grpSpMkLst>
            <pc:docMk/>
            <pc:sldMk cId="297041294" sldId="261"/>
            <ac:grpSpMk id="89" creationId="{BCFFF971-DAC9-F44B-9F22-4B030B6B61B3}"/>
          </ac:grpSpMkLst>
        </pc:grpChg>
        <pc:grpChg chg="add del">
          <ac:chgData name="Jyoshna Narapareddy" userId="3ed403cb54168935" providerId="LiveId" clId="{503F327B-F262-48AD-8D23-C3179F429965}" dt="2025-03-04T05:47:47.585" v="1563" actId="26606"/>
          <ac:grpSpMkLst>
            <pc:docMk/>
            <pc:sldMk cId="297041294" sldId="261"/>
            <ac:grpSpMk id="95" creationId="{EB46B8FB-F6A2-5F47-A6CD-A7E17E69270F}"/>
          </ac:grpSpMkLst>
        </pc:grpChg>
        <pc:grpChg chg="add del">
          <ac:chgData name="Jyoshna Narapareddy" userId="3ed403cb54168935" providerId="LiveId" clId="{503F327B-F262-48AD-8D23-C3179F429965}" dt="2025-03-04T05:47:47.585" v="1563" actId="26606"/>
          <ac:grpSpMkLst>
            <pc:docMk/>
            <pc:sldMk cId="297041294" sldId="261"/>
            <ac:grpSpMk id="98" creationId="{BCFFF971-DAC9-F44B-9F22-4B030B6B61B3}"/>
          </ac:grpSpMkLst>
        </pc:grpChg>
        <pc:grpChg chg="add del">
          <ac:chgData name="Jyoshna Narapareddy" userId="3ed403cb54168935" providerId="LiveId" clId="{503F327B-F262-48AD-8D23-C3179F429965}" dt="2025-03-04T05:47:49.625" v="1565" actId="26606"/>
          <ac:grpSpMkLst>
            <pc:docMk/>
            <pc:sldMk cId="297041294" sldId="261"/>
            <ac:grpSpMk id="101" creationId="{EB46B8FB-F6A2-5F47-A6CD-A7E17E69270F}"/>
          </ac:grpSpMkLst>
        </pc:grpChg>
        <pc:grpChg chg="add del">
          <ac:chgData name="Jyoshna Narapareddy" userId="3ed403cb54168935" providerId="LiveId" clId="{503F327B-F262-48AD-8D23-C3179F429965}" dt="2025-03-04T05:47:49.625" v="1565" actId="26606"/>
          <ac:grpSpMkLst>
            <pc:docMk/>
            <pc:sldMk cId="297041294" sldId="261"/>
            <ac:grpSpMk id="128" creationId="{BCFFF971-DAC9-F44B-9F22-4B030B6B61B3}"/>
          </ac:grpSpMkLst>
        </pc:grpChg>
        <pc:grpChg chg="add">
          <ac:chgData name="Jyoshna Narapareddy" userId="3ed403cb54168935" providerId="LiveId" clId="{503F327B-F262-48AD-8D23-C3179F429965}" dt="2025-03-04T05:47:49.641" v="1566" actId="26606"/>
          <ac:grpSpMkLst>
            <pc:docMk/>
            <pc:sldMk cId="297041294" sldId="261"/>
            <ac:grpSpMk id="135" creationId="{EB46B8FB-F6A2-5F47-A6CD-A7E17E69270F}"/>
          </ac:grpSpMkLst>
        </pc:grpChg>
        <pc:grpChg chg="add">
          <ac:chgData name="Jyoshna Narapareddy" userId="3ed403cb54168935" providerId="LiveId" clId="{503F327B-F262-48AD-8D23-C3179F429965}" dt="2025-03-04T05:47:49.641" v="1566" actId="26606"/>
          <ac:grpSpMkLst>
            <pc:docMk/>
            <pc:sldMk cId="297041294" sldId="261"/>
            <ac:grpSpMk id="138" creationId="{BCFFF971-DAC9-F44B-9F22-4B030B6B61B3}"/>
          </ac:grpSpMkLst>
        </pc:grpChg>
        <pc:picChg chg="add mod ord">
          <ac:chgData name="Jyoshna Narapareddy" userId="3ed403cb54168935" providerId="LiveId" clId="{503F327B-F262-48AD-8D23-C3179F429965}" dt="2025-03-04T05:48:21.616" v="1573" actId="14100"/>
          <ac:picMkLst>
            <pc:docMk/>
            <pc:sldMk cId="297041294" sldId="261"/>
            <ac:picMk id="5" creationId="{967005ED-0692-B012-E847-C9D6ED5F82C6}"/>
          </ac:picMkLst>
        </pc:picChg>
        <pc:cxnChg chg="add del">
          <ac:chgData name="Jyoshna Narapareddy" userId="3ed403cb54168935" providerId="LiveId" clId="{503F327B-F262-48AD-8D23-C3179F429965}" dt="2025-03-04T05:47:22.260" v="1555" actId="26606"/>
          <ac:cxnSpMkLst>
            <pc:docMk/>
            <pc:sldMk cId="297041294" sldId="261"/>
            <ac:cxnSpMk id="36" creationId="{D33A3282-0389-C547-8CA6-7F3E7F27B34D}"/>
          </ac:cxnSpMkLst>
        </pc:cxnChg>
        <pc:cxnChg chg="add del">
          <ac:chgData name="Jyoshna Narapareddy" userId="3ed403cb54168935" providerId="LiveId" clId="{503F327B-F262-48AD-8D23-C3179F429965}" dt="2025-03-04T05:47:22.260" v="1555" actId="26606"/>
          <ac:cxnSpMkLst>
            <pc:docMk/>
            <pc:sldMk cId="297041294" sldId="261"/>
            <ac:cxnSpMk id="46" creationId="{51D4F49C-5EE1-6C4F-858E-AE02CC2CD5BB}"/>
          </ac:cxnSpMkLst>
        </pc:cxnChg>
        <pc:cxnChg chg="add del">
          <ac:chgData name="Jyoshna Narapareddy" userId="3ed403cb54168935" providerId="LiveId" clId="{503F327B-F262-48AD-8D23-C3179F429965}" dt="2025-03-04T05:47:46.095" v="1561" actId="26606"/>
          <ac:cxnSpMkLst>
            <pc:docMk/>
            <pc:sldMk cId="297041294" sldId="261"/>
            <ac:cxnSpMk id="47" creationId="{F1B96028-BC88-E342-92F9-207761463836}"/>
          </ac:cxnSpMkLst>
        </pc:cxnChg>
        <pc:cxnChg chg="add del">
          <ac:chgData name="Jyoshna Narapareddy" userId="3ed403cb54168935" providerId="LiveId" clId="{503F327B-F262-48AD-8D23-C3179F429965}" dt="2025-03-04T05:47:24.050" v="1557" actId="26606"/>
          <ac:cxnSpMkLst>
            <pc:docMk/>
            <pc:sldMk cId="297041294" sldId="261"/>
            <ac:cxnSpMk id="54" creationId="{1FE039F1-6D47-C642-B506-452A83B0AB11}"/>
          </ac:cxnSpMkLst>
        </pc:cxnChg>
        <pc:cxnChg chg="add del">
          <ac:chgData name="Jyoshna Narapareddy" userId="3ed403cb54168935" providerId="LiveId" clId="{503F327B-F262-48AD-8D23-C3179F429965}" dt="2025-03-04T05:47:37.008" v="1559" actId="26606"/>
          <ac:cxnSpMkLst>
            <pc:docMk/>
            <pc:sldMk cId="297041294" sldId="261"/>
            <ac:cxnSpMk id="57" creationId="{D33A3282-0389-C547-8CA6-7F3E7F27B34D}"/>
          </ac:cxnSpMkLst>
        </pc:cxnChg>
        <pc:cxnChg chg="add del">
          <ac:chgData name="Jyoshna Narapareddy" userId="3ed403cb54168935" providerId="LiveId" clId="{503F327B-F262-48AD-8D23-C3179F429965}" dt="2025-03-04T05:47:37.008" v="1559" actId="26606"/>
          <ac:cxnSpMkLst>
            <pc:docMk/>
            <pc:sldMk cId="297041294" sldId="261"/>
            <ac:cxnSpMk id="60" creationId="{51D4F49C-5EE1-6C4F-858E-AE02CC2CD5BB}"/>
          </ac:cxnSpMkLst>
        </pc:cxnChg>
        <pc:cxnChg chg="add del">
          <ac:chgData name="Jyoshna Narapareddy" userId="3ed403cb54168935" providerId="LiveId" clId="{503F327B-F262-48AD-8D23-C3179F429965}" dt="2025-03-04T05:47:46.095" v="1561" actId="26606"/>
          <ac:cxnSpMkLst>
            <pc:docMk/>
            <pc:sldMk cId="297041294" sldId="261"/>
            <ac:cxnSpMk id="87" creationId="{D33A3282-0389-C547-8CA6-7F3E7F27B34D}"/>
          </ac:cxnSpMkLst>
        </pc:cxnChg>
        <pc:cxnChg chg="add del">
          <ac:chgData name="Jyoshna Narapareddy" userId="3ed403cb54168935" providerId="LiveId" clId="{503F327B-F262-48AD-8D23-C3179F429965}" dt="2025-03-04T05:47:47.585" v="1563" actId="26606"/>
          <ac:cxnSpMkLst>
            <pc:docMk/>
            <pc:sldMk cId="297041294" sldId="261"/>
            <ac:cxnSpMk id="96" creationId="{D33A3282-0389-C547-8CA6-7F3E7F27B34D}"/>
          </ac:cxnSpMkLst>
        </pc:cxnChg>
        <pc:cxnChg chg="add del">
          <ac:chgData name="Jyoshna Narapareddy" userId="3ed403cb54168935" providerId="LiveId" clId="{503F327B-F262-48AD-8D23-C3179F429965}" dt="2025-03-04T05:47:47.585" v="1563" actId="26606"/>
          <ac:cxnSpMkLst>
            <pc:docMk/>
            <pc:sldMk cId="297041294" sldId="261"/>
            <ac:cxnSpMk id="99" creationId="{51D4F49C-5EE1-6C4F-858E-AE02CC2CD5BB}"/>
          </ac:cxnSpMkLst>
        </pc:cxnChg>
        <pc:cxnChg chg="add del">
          <ac:chgData name="Jyoshna Narapareddy" userId="3ed403cb54168935" providerId="LiveId" clId="{503F327B-F262-48AD-8D23-C3179F429965}" dt="2025-03-04T05:47:49.625" v="1565" actId="26606"/>
          <ac:cxnSpMkLst>
            <pc:docMk/>
            <pc:sldMk cId="297041294" sldId="261"/>
            <ac:cxnSpMk id="126" creationId="{D33A3282-0389-C547-8CA6-7F3E7F27B34D}"/>
          </ac:cxnSpMkLst>
        </pc:cxnChg>
        <pc:cxnChg chg="add del">
          <ac:chgData name="Jyoshna Narapareddy" userId="3ed403cb54168935" providerId="LiveId" clId="{503F327B-F262-48AD-8D23-C3179F429965}" dt="2025-03-04T05:47:49.625" v="1565" actId="26606"/>
          <ac:cxnSpMkLst>
            <pc:docMk/>
            <pc:sldMk cId="297041294" sldId="261"/>
            <ac:cxnSpMk id="133" creationId="{51D4F49C-5EE1-6C4F-858E-AE02CC2CD5BB}"/>
          </ac:cxnSpMkLst>
        </pc:cxnChg>
        <pc:cxnChg chg="add">
          <ac:chgData name="Jyoshna Narapareddy" userId="3ed403cb54168935" providerId="LiveId" clId="{503F327B-F262-48AD-8D23-C3179F429965}" dt="2025-03-04T05:47:49.641" v="1566" actId="26606"/>
          <ac:cxnSpMkLst>
            <pc:docMk/>
            <pc:sldMk cId="297041294" sldId="261"/>
            <ac:cxnSpMk id="136" creationId="{D33A3282-0389-C547-8CA6-7F3E7F27B34D}"/>
          </ac:cxnSpMkLst>
        </pc:cxnChg>
        <pc:cxnChg chg="add">
          <ac:chgData name="Jyoshna Narapareddy" userId="3ed403cb54168935" providerId="LiveId" clId="{503F327B-F262-48AD-8D23-C3179F429965}" dt="2025-03-04T05:47:49.641" v="1566" actId="26606"/>
          <ac:cxnSpMkLst>
            <pc:docMk/>
            <pc:sldMk cId="297041294" sldId="261"/>
            <ac:cxnSpMk id="139" creationId="{51D4F49C-5EE1-6C4F-858E-AE02CC2CD5BB}"/>
          </ac:cxnSpMkLst>
        </pc:cxnChg>
      </pc:sldChg>
      <pc:sldChg chg="addSp delSp modSp new mod setBg setClrOvrMap">
        <pc:chgData name="Jyoshna Narapareddy" userId="3ed403cb54168935" providerId="LiveId" clId="{503F327B-F262-48AD-8D23-C3179F429965}" dt="2025-03-04T05:50:36.990" v="1616" actId="14100"/>
        <pc:sldMkLst>
          <pc:docMk/>
          <pc:sldMk cId="2341827590" sldId="262"/>
        </pc:sldMkLst>
        <pc:spChg chg="mod">
          <ac:chgData name="Jyoshna Narapareddy" userId="3ed403cb54168935" providerId="LiveId" clId="{503F327B-F262-48AD-8D23-C3179F429965}" dt="2025-03-04T05:50:36.990" v="1616" actId="14100"/>
          <ac:spMkLst>
            <pc:docMk/>
            <pc:sldMk cId="2341827590" sldId="262"/>
            <ac:spMk id="2" creationId="{B85D7EC4-AC76-DA89-0E61-C1B3BCF0FA4E}"/>
          </ac:spMkLst>
        </pc:spChg>
        <pc:spChg chg="add del mod">
          <ac:chgData name="Jyoshna Narapareddy" userId="3ed403cb54168935" providerId="LiveId" clId="{503F327B-F262-48AD-8D23-C3179F429965}" dt="2025-03-04T05:49:32.304" v="1604" actId="478"/>
          <ac:spMkLst>
            <pc:docMk/>
            <pc:sldMk cId="2341827590" sldId="262"/>
            <ac:spMk id="3" creationId="{EF9D8EBA-4C0B-D894-05E4-9C7571C9CD62}"/>
          </ac:spMkLst>
        </pc:spChg>
        <pc:spChg chg="add">
          <ac:chgData name="Jyoshna Narapareddy" userId="3ed403cb54168935" providerId="LiveId" clId="{503F327B-F262-48AD-8D23-C3179F429965}" dt="2025-03-04T05:49:58.442" v="1610" actId="26606"/>
          <ac:spMkLst>
            <pc:docMk/>
            <pc:sldMk cId="2341827590" sldId="262"/>
            <ac:spMk id="8" creationId="{4EFE82FE-7465-AE46-88DF-34D347E83B84}"/>
          </ac:spMkLst>
        </pc:spChg>
        <pc:spChg chg="add del">
          <ac:chgData name="Jyoshna Narapareddy" userId="3ed403cb54168935" providerId="LiveId" clId="{503F327B-F262-48AD-8D23-C3179F429965}" dt="2025-03-04T05:49:12.939" v="1602" actId="26606"/>
          <ac:spMkLst>
            <pc:docMk/>
            <pc:sldMk cId="2341827590" sldId="262"/>
            <ac:spMk id="37" creationId="{4EFE82FE-7465-AE46-88DF-34D347E83B84}"/>
          </ac:spMkLst>
        </pc:spChg>
        <pc:spChg chg="add del">
          <ac:chgData name="Jyoshna Narapareddy" userId="3ed403cb54168935" providerId="LiveId" clId="{503F327B-F262-48AD-8D23-C3179F429965}" dt="2025-03-04T05:49:12.939" v="1602" actId="26606"/>
          <ac:spMkLst>
            <pc:docMk/>
            <pc:sldMk cId="2341827590" sldId="262"/>
            <ac:spMk id="39" creationId="{8B80D579-AC08-8D49-BB6A-21123F80B589}"/>
          </ac:spMkLst>
        </pc:spChg>
        <pc:grpChg chg="add">
          <ac:chgData name="Jyoshna Narapareddy" userId="3ed403cb54168935" providerId="LiveId" clId="{503F327B-F262-48AD-8D23-C3179F429965}" dt="2025-03-04T05:49:58.442" v="1610" actId="26606"/>
          <ac:grpSpMkLst>
            <pc:docMk/>
            <pc:sldMk cId="2341827590" sldId="262"/>
            <ac:grpSpMk id="4" creationId="{EB46B8FB-F6A2-5F47-A6CD-A7E17E69270F}"/>
          </ac:grpSpMkLst>
        </pc:grpChg>
        <pc:grpChg chg="add del">
          <ac:chgData name="Jyoshna Narapareddy" userId="3ed403cb54168935" providerId="LiveId" clId="{503F327B-F262-48AD-8D23-C3179F429965}" dt="2025-03-04T05:49:12.939" v="1602" actId="26606"/>
          <ac:grpSpMkLst>
            <pc:docMk/>
            <pc:sldMk cId="2341827590" sldId="262"/>
            <ac:grpSpMk id="9" creationId="{EB46B8FB-F6A2-5F47-A6CD-A7E17E69270F}"/>
          </ac:grpSpMkLst>
        </pc:grpChg>
        <pc:grpChg chg="add">
          <ac:chgData name="Jyoshna Narapareddy" userId="3ed403cb54168935" providerId="LiveId" clId="{503F327B-F262-48AD-8D23-C3179F429965}" dt="2025-03-04T05:49:58.442" v="1610" actId="26606"/>
          <ac:grpSpMkLst>
            <pc:docMk/>
            <pc:sldMk cId="2341827590" sldId="262"/>
            <ac:grpSpMk id="34" creationId="{66F2B51C-9578-EB41-A17E-FFF9D491ADA0}"/>
          </ac:grpSpMkLst>
        </pc:grpChg>
        <pc:grpChg chg="add del">
          <ac:chgData name="Jyoshna Narapareddy" userId="3ed403cb54168935" providerId="LiveId" clId="{503F327B-F262-48AD-8D23-C3179F429965}" dt="2025-03-04T05:49:12.939" v="1602" actId="26606"/>
          <ac:grpSpMkLst>
            <pc:docMk/>
            <pc:sldMk cId="2341827590" sldId="262"/>
            <ac:grpSpMk id="43" creationId="{44406D7A-DB1A-D940-8AD1-93FAF9DD7199}"/>
          </ac:grpSpMkLst>
        </pc:grpChg>
        <pc:picChg chg="add del">
          <ac:chgData name="Jyoshna Narapareddy" userId="3ed403cb54168935" providerId="LiveId" clId="{503F327B-F262-48AD-8D23-C3179F429965}" dt="2025-03-04T05:49:12.939" v="1602" actId="26606"/>
          <ac:picMkLst>
            <pc:docMk/>
            <pc:sldMk cId="2341827590" sldId="262"/>
            <ac:picMk id="5" creationId="{ED9E67A4-E835-6149-979E-E866CCF969E1}"/>
          </ac:picMkLst>
        </pc:picChg>
        <pc:picChg chg="add">
          <ac:chgData name="Jyoshna Narapareddy" userId="3ed403cb54168935" providerId="LiveId" clId="{503F327B-F262-48AD-8D23-C3179F429965}" dt="2025-03-04T05:49:58.442" v="1610" actId="26606"/>
          <ac:picMkLst>
            <pc:docMk/>
            <pc:sldMk cId="2341827590" sldId="262"/>
            <ac:picMk id="6" creationId="{4B53D8AB-2EEB-C7C9-566F-FC18E5F93EAE}"/>
          </ac:picMkLst>
        </pc:picChg>
        <pc:cxnChg chg="add">
          <ac:chgData name="Jyoshna Narapareddy" userId="3ed403cb54168935" providerId="LiveId" clId="{503F327B-F262-48AD-8D23-C3179F429965}" dt="2025-03-04T05:49:58.442" v="1610" actId="26606"/>
          <ac:cxnSpMkLst>
            <pc:docMk/>
            <pc:sldMk cId="2341827590" sldId="262"/>
            <ac:cxnSpMk id="7" creationId="{D33A3282-0389-C547-8CA6-7F3E7F27B34D}"/>
          </ac:cxnSpMkLst>
        </pc:cxnChg>
        <pc:cxnChg chg="add del">
          <ac:chgData name="Jyoshna Narapareddy" userId="3ed403cb54168935" providerId="LiveId" clId="{503F327B-F262-48AD-8D23-C3179F429965}" dt="2025-03-04T05:49:12.939" v="1602" actId="26606"/>
          <ac:cxnSpMkLst>
            <pc:docMk/>
            <pc:sldMk cId="2341827590" sldId="262"/>
            <ac:cxnSpMk id="35" creationId="{D33A3282-0389-C547-8CA6-7F3E7F27B34D}"/>
          </ac:cxnSpMkLst>
        </pc:cxnChg>
        <pc:cxnChg chg="add del">
          <ac:chgData name="Jyoshna Narapareddy" userId="3ed403cb54168935" providerId="LiveId" clId="{503F327B-F262-48AD-8D23-C3179F429965}" dt="2025-03-04T05:49:12.939" v="1602" actId="26606"/>
          <ac:cxnSpMkLst>
            <pc:docMk/>
            <pc:sldMk cId="2341827590" sldId="262"/>
            <ac:cxnSpMk id="41" creationId="{EC392F51-F23E-E242-9750-A5B1F128E573}"/>
          </ac:cxnSpMkLst>
        </pc:cxnChg>
        <pc:cxnChg chg="add">
          <ac:chgData name="Jyoshna Narapareddy" userId="3ed403cb54168935" providerId="LiveId" clId="{503F327B-F262-48AD-8D23-C3179F429965}" dt="2025-03-04T05:49:58.442" v="1610" actId="26606"/>
          <ac:cxnSpMkLst>
            <pc:docMk/>
            <pc:sldMk cId="2341827590" sldId="262"/>
            <ac:cxnSpMk id="48" creationId="{EEA70831-9A8D-3B4D-8EA5-EE32F93E94E9}"/>
          </ac:cxnSpMkLst>
        </pc:cxnChg>
      </pc:sldChg>
      <pc:sldMasterChg chg="add del addSldLayout delSldLayout">
        <pc:chgData name="Jyoshna Narapareddy" userId="3ed403cb54168935" providerId="LiveId" clId="{503F327B-F262-48AD-8D23-C3179F429965}" dt="2025-03-04T05:24:46.921" v="116" actId="26606"/>
        <pc:sldMasterMkLst>
          <pc:docMk/>
          <pc:sldMasterMk cId="3357978698" sldId="2147483648"/>
        </pc:sldMasterMkLst>
        <pc:sldLayoutChg chg="add del">
          <pc:chgData name="Jyoshna Narapareddy" userId="3ed403cb54168935" providerId="LiveId" clId="{503F327B-F262-48AD-8D23-C3179F429965}" dt="2025-03-04T05:24:46.921" v="116" actId="26606"/>
          <pc:sldLayoutMkLst>
            <pc:docMk/>
            <pc:sldMasterMk cId="3357978698" sldId="2147483648"/>
            <pc:sldLayoutMk cId="2220990003" sldId="2147483649"/>
          </pc:sldLayoutMkLst>
        </pc:sldLayoutChg>
        <pc:sldLayoutChg chg="add del">
          <pc:chgData name="Jyoshna Narapareddy" userId="3ed403cb54168935" providerId="LiveId" clId="{503F327B-F262-48AD-8D23-C3179F429965}" dt="2025-03-04T05:24:46.921" v="116" actId="26606"/>
          <pc:sldLayoutMkLst>
            <pc:docMk/>
            <pc:sldMasterMk cId="3357978698" sldId="2147483648"/>
            <pc:sldLayoutMk cId="1233227127" sldId="2147483650"/>
          </pc:sldLayoutMkLst>
        </pc:sldLayoutChg>
        <pc:sldLayoutChg chg="add del">
          <pc:chgData name="Jyoshna Narapareddy" userId="3ed403cb54168935" providerId="LiveId" clId="{503F327B-F262-48AD-8D23-C3179F429965}" dt="2025-03-04T05:24:46.921" v="116" actId="26606"/>
          <pc:sldLayoutMkLst>
            <pc:docMk/>
            <pc:sldMasterMk cId="3357978698" sldId="2147483648"/>
            <pc:sldLayoutMk cId="1302800132" sldId="2147483651"/>
          </pc:sldLayoutMkLst>
        </pc:sldLayoutChg>
        <pc:sldLayoutChg chg="add del">
          <pc:chgData name="Jyoshna Narapareddy" userId="3ed403cb54168935" providerId="LiveId" clId="{503F327B-F262-48AD-8D23-C3179F429965}" dt="2025-03-04T05:24:46.921" v="116" actId="26606"/>
          <pc:sldLayoutMkLst>
            <pc:docMk/>
            <pc:sldMasterMk cId="3357978698" sldId="2147483648"/>
            <pc:sldLayoutMk cId="3047843085" sldId="2147483652"/>
          </pc:sldLayoutMkLst>
        </pc:sldLayoutChg>
        <pc:sldLayoutChg chg="add del">
          <pc:chgData name="Jyoshna Narapareddy" userId="3ed403cb54168935" providerId="LiveId" clId="{503F327B-F262-48AD-8D23-C3179F429965}" dt="2025-03-04T05:24:46.921" v="116" actId="26606"/>
          <pc:sldLayoutMkLst>
            <pc:docMk/>
            <pc:sldMasterMk cId="3357978698" sldId="2147483648"/>
            <pc:sldLayoutMk cId="443371912" sldId="2147483653"/>
          </pc:sldLayoutMkLst>
        </pc:sldLayoutChg>
        <pc:sldLayoutChg chg="add del">
          <pc:chgData name="Jyoshna Narapareddy" userId="3ed403cb54168935" providerId="LiveId" clId="{503F327B-F262-48AD-8D23-C3179F429965}" dt="2025-03-04T05:24:46.921" v="116" actId="26606"/>
          <pc:sldLayoutMkLst>
            <pc:docMk/>
            <pc:sldMasterMk cId="3357978698" sldId="2147483648"/>
            <pc:sldLayoutMk cId="2001064813" sldId="2147483654"/>
          </pc:sldLayoutMkLst>
        </pc:sldLayoutChg>
        <pc:sldLayoutChg chg="add del">
          <pc:chgData name="Jyoshna Narapareddy" userId="3ed403cb54168935" providerId="LiveId" clId="{503F327B-F262-48AD-8D23-C3179F429965}" dt="2025-03-04T05:24:46.921" v="116" actId="26606"/>
          <pc:sldLayoutMkLst>
            <pc:docMk/>
            <pc:sldMasterMk cId="3357978698" sldId="2147483648"/>
            <pc:sldLayoutMk cId="3656431765" sldId="2147483655"/>
          </pc:sldLayoutMkLst>
        </pc:sldLayoutChg>
        <pc:sldLayoutChg chg="add del">
          <pc:chgData name="Jyoshna Narapareddy" userId="3ed403cb54168935" providerId="LiveId" clId="{503F327B-F262-48AD-8D23-C3179F429965}" dt="2025-03-04T05:24:46.921" v="116" actId="26606"/>
          <pc:sldLayoutMkLst>
            <pc:docMk/>
            <pc:sldMasterMk cId="3357978698" sldId="2147483648"/>
            <pc:sldLayoutMk cId="721867623" sldId="2147483656"/>
          </pc:sldLayoutMkLst>
        </pc:sldLayoutChg>
        <pc:sldLayoutChg chg="add del">
          <pc:chgData name="Jyoshna Narapareddy" userId="3ed403cb54168935" providerId="LiveId" clId="{503F327B-F262-48AD-8D23-C3179F429965}" dt="2025-03-04T05:24:46.921" v="116" actId="26606"/>
          <pc:sldLayoutMkLst>
            <pc:docMk/>
            <pc:sldMasterMk cId="3357978698" sldId="2147483648"/>
            <pc:sldLayoutMk cId="3583560671" sldId="2147483657"/>
          </pc:sldLayoutMkLst>
        </pc:sldLayoutChg>
        <pc:sldLayoutChg chg="add del">
          <pc:chgData name="Jyoshna Narapareddy" userId="3ed403cb54168935" providerId="LiveId" clId="{503F327B-F262-48AD-8D23-C3179F429965}" dt="2025-03-04T05:24:46.921" v="116" actId="26606"/>
          <pc:sldLayoutMkLst>
            <pc:docMk/>
            <pc:sldMasterMk cId="3357978698" sldId="2147483648"/>
            <pc:sldLayoutMk cId="2357420602" sldId="2147483658"/>
          </pc:sldLayoutMkLst>
        </pc:sldLayoutChg>
        <pc:sldLayoutChg chg="add del">
          <pc:chgData name="Jyoshna Narapareddy" userId="3ed403cb54168935" providerId="LiveId" clId="{503F327B-F262-48AD-8D23-C3179F429965}" dt="2025-03-04T05:24:46.921" v="116" actId="26606"/>
          <pc:sldLayoutMkLst>
            <pc:docMk/>
            <pc:sldMasterMk cId="3357978698" sldId="2147483648"/>
            <pc:sldLayoutMk cId="4194014984" sldId="2147483659"/>
          </pc:sldLayoutMkLst>
        </pc:sldLayoutChg>
      </pc:sldMasterChg>
      <pc:sldMasterChg chg="add del addSldLayout delSldLayout">
        <pc:chgData name="Jyoshna Narapareddy" userId="3ed403cb54168935" providerId="LiveId" clId="{503F327B-F262-48AD-8D23-C3179F429965}" dt="2025-03-04T05:24:46.875" v="115" actId="26606"/>
        <pc:sldMasterMkLst>
          <pc:docMk/>
          <pc:sldMasterMk cId="1518182612" sldId="2147483673"/>
        </pc:sldMasterMkLst>
        <pc:sldLayoutChg chg="add del">
          <pc:chgData name="Jyoshna Narapareddy" userId="3ed403cb54168935" providerId="LiveId" clId="{503F327B-F262-48AD-8D23-C3179F429965}" dt="2025-03-04T05:24:46.875" v="115" actId="26606"/>
          <pc:sldLayoutMkLst>
            <pc:docMk/>
            <pc:sldMasterMk cId="1518182612" sldId="2147483673"/>
            <pc:sldLayoutMk cId="2945222541" sldId="2147483662"/>
          </pc:sldLayoutMkLst>
        </pc:sldLayoutChg>
        <pc:sldLayoutChg chg="add del">
          <pc:chgData name="Jyoshna Narapareddy" userId="3ed403cb54168935" providerId="LiveId" clId="{503F327B-F262-48AD-8D23-C3179F429965}" dt="2025-03-04T05:24:46.875" v="115" actId="26606"/>
          <pc:sldLayoutMkLst>
            <pc:docMk/>
            <pc:sldMasterMk cId="1518182612" sldId="2147483673"/>
            <pc:sldLayoutMk cId="1103619194" sldId="2147483663"/>
          </pc:sldLayoutMkLst>
        </pc:sldLayoutChg>
        <pc:sldLayoutChg chg="add del">
          <pc:chgData name="Jyoshna Narapareddy" userId="3ed403cb54168935" providerId="LiveId" clId="{503F327B-F262-48AD-8D23-C3179F429965}" dt="2025-03-04T05:24:46.875" v="115" actId="26606"/>
          <pc:sldLayoutMkLst>
            <pc:docMk/>
            <pc:sldMasterMk cId="1518182612" sldId="2147483673"/>
            <pc:sldLayoutMk cId="3684400830" sldId="2147483664"/>
          </pc:sldLayoutMkLst>
        </pc:sldLayoutChg>
        <pc:sldLayoutChg chg="add del">
          <pc:chgData name="Jyoshna Narapareddy" userId="3ed403cb54168935" providerId="LiveId" clId="{503F327B-F262-48AD-8D23-C3179F429965}" dt="2025-03-04T05:24:46.875" v="115" actId="26606"/>
          <pc:sldLayoutMkLst>
            <pc:docMk/>
            <pc:sldMasterMk cId="1518182612" sldId="2147483673"/>
            <pc:sldLayoutMk cId="3247737588" sldId="2147483665"/>
          </pc:sldLayoutMkLst>
        </pc:sldLayoutChg>
        <pc:sldLayoutChg chg="add del">
          <pc:chgData name="Jyoshna Narapareddy" userId="3ed403cb54168935" providerId="LiveId" clId="{503F327B-F262-48AD-8D23-C3179F429965}" dt="2025-03-04T05:24:46.875" v="115" actId="26606"/>
          <pc:sldLayoutMkLst>
            <pc:docMk/>
            <pc:sldMasterMk cId="1518182612" sldId="2147483673"/>
            <pc:sldLayoutMk cId="3268399569" sldId="2147483666"/>
          </pc:sldLayoutMkLst>
        </pc:sldLayoutChg>
        <pc:sldLayoutChg chg="add del">
          <pc:chgData name="Jyoshna Narapareddy" userId="3ed403cb54168935" providerId="LiveId" clId="{503F327B-F262-48AD-8D23-C3179F429965}" dt="2025-03-04T05:24:46.875" v="115" actId="26606"/>
          <pc:sldLayoutMkLst>
            <pc:docMk/>
            <pc:sldMasterMk cId="1518182612" sldId="2147483673"/>
            <pc:sldLayoutMk cId="2170872000" sldId="2147483667"/>
          </pc:sldLayoutMkLst>
        </pc:sldLayoutChg>
        <pc:sldLayoutChg chg="add del">
          <pc:chgData name="Jyoshna Narapareddy" userId="3ed403cb54168935" providerId="LiveId" clId="{503F327B-F262-48AD-8D23-C3179F429965}" dt="2025-03-04T05:24:46.875" v="115" actId="26606"/>
          <pc:sldLayoutMkLst>
            <pc:docMk/>
            <pc:sldMasterMk cId="1518182612" sldId="2147483673"/>
            <pc:sldLayoutMk cId="2112052200" sldId="2147483668"/>
          </pc:sldLayoutMkLst>
        </pc:sldLayoutChg>
        <pc:sldLayoutChg chg="add del">
          <pc:chgData name="Jyoshna Narapareddy" userId="3ed403cb54168935" providerId="LiveId" clId="{503F327B-F262-48AD-8D23-C3179F429965}" dt="2025-03-04T05:24:46.875" v="115" actId="26606"/>
          <pc:sldLayoutMkLst>
            <pc:docMk/>
            <pc:sldMasterMk cId="1518182612" sldId="2147483673"/>
            <pc:sldLayoutMk cId="1190710744" sldId="2147483669"/>
          </pc:sldLayoutMkLst>
        </pc:sldLayoutChg>
        <pc:sldLayoutChg chg="add del">
          <pc:chgData name="Jyoshna Narapareddy" userId="3ed403cb54168935" providerId="LiveId" clId="{503F327B-F262-48AD-8D23-C3179F429965}" dt="2025-03-04T05:24:46.875" v="115" actId="26606"/>
          <pc:sldLayoutMkLst>
            <pc:docMk/>
            <pc:sldMasterMk cId="1518182612" sldId="2147483673"/>
            <pc:sldLayoutMk cId="911410747" sldId="2147483670"/>
          </pc:sldLayoutMkLst>
        </pc:sldLayoutChg>
        <pc:sldLayoutChg chg="add del">
          <pc:chgData name="Jyoshna Narapareddy" userId="3ed403cb54168935" providerId="LiveId" clId="{503F327B-F262-48AD-8D23-C3179F429965}" dt="2025-03-04T05:24:46.875" v="115" actId="26606"/>
          <pc:sldLayoutMkLst>
            <pc:docMk/>
            <pc:sldMasterMk cId="1518182612" sldId="2147483673"/>
            <pc:sldLayoutMk cId="3019443348" sldId="2147483671"/>
          </pc:sldLayoutMkLst>
        </pc:sldLayoutChg>
        <pc:sldLayoutChg chg="add del">
          <pc:chgData name="Jyoshna Narapareddy" userId="3ed403cb54168935" providerId="LiveId" clId="{503F327B-F262-48AD-8D23-C3179F429965}" dt="2025-03-04T05:24:46.875" v="115" actId="26606"/>
          <pc:sldLayoutMkLst>
            <pc:docMk/>
            <pc:sldMasterMk cId="1518182612" sldId="2147483673"/>
            <pc:sldLayoutMk cId="246487420" sldId="2147483672"/>
          </pc:sldLayoutMkLst>
        </pc:sldLayoutChg>
      </pc:sldMasterChg>
      <pc:sldMasterChg chg="add del addSldLayout delSldLayout">
        <pc:chgData name="Jyoshna Narapareddy" userId="3ed403cb54168935" providerId="LiveId" clId="{503F327B-F262-48AD-8D23-C3179F429965}" dt="2025-03-04T05:24:10.952" v="111" actId="26606"/>
        <pc:sldMasterMkLst>
          <pc:docMk/>
          <pc:sldMasterMk cId="3002750598" sldId="2147483699"/>
        </pc:sldMasterMkLst>
        <pc:sldLayoutChg chg="add del">
          <pc:chgData name="Jyoshna Narapareddy" userId="3ed403cb54168935" providerId="LiveId" clId="{503F327B-F262-48AD-8D23-C3179F429965}" dt="2025-03-04T05:24:10.952" v="111" actId="26606"/>
          <pc:sldLayoutMkLst>
            <pc:docMk/>
            <pc:sldMasterMk cId="3002750598" sldId="2147483699"/>
            <pc:sldLayoutMk cId="2634194812" sldId="2147483688"/>
          </pc:sldLayoutMkLst>
        </pc:sldLayoutChg>
        <pc:sldLayoutChg chg="add del">
          <pc:chgData name="Jyoshna Narapareddy" userId="3ed403cb54168935" providerId="LiveId" clId="{503F327B-F262-48AD-8D23-C3179F429965}" dt="2025-03-04T05:24:10.952" v="111" actId="26606"/>
          <pc:sldLayoutMkLst>
            <pc:docMk/>
            <pc:sldMasterMk cId="3002750598" sldId="2147483699"/>
            <pc:sldLayoutMk cId="808719140" sldId="2147483689"/>
          </pc:sldLayoutMkLst>
        </pc:sldLayoutChg>
        <pc:sldLayoutChg chg="add del">
          <pc:chgData name="Jyoshna Narapareddy" userId="3ed403cb54168935" providerId="LiveId" clId="{503F327B-F262-48AD-8D23-C3179F429965}" dt="2025-03-04T05:24:10.952" v="111" actId="26606"/>
          <pc:sldLayoutMkLst>
            <pc:docMk/>
            <pc:sldMasterMk cId="3002750598" sldId="2147483699"/>
            <pc:sldLayoutMk cId="4157964572" sldId="2147483690"/>
          </pc:sldLayoutMkLst>
        </pc:sldLayoutChg>
        <pc:sldLayoutChg chg="add del">
          <pc:chgData name="Jyoshna Narapareddy" userId="3ed403cb54168935" providerId="LiveId" clId="{503F327B-F262-48AD-8D23-C3179F429965}" dt="2025-03-04T05:24:10.952" v="111" actId="26606"/>
          <pc:sldLayoutMkLst>
            <pc:docMk/>
            <pc:sldMasterMk cId="3002750598" sldId="2147483699"/>
            <pc:sldLayoutMk cId="3165214494" sldId="2147483691"/>
          </pc:sldLayoutMkLst>
        </pc:sldLayoutChg>
        <pc:sldLayoutChg chg="add del">
          <pc:chgData name="Jyoshna Narapareddy" userId="3ed403cb54168935" providerId="LiveId" clId="{503F327B-F262-48AD-8D23-C3179F429965}" dt="2025-03-04T05:24:10.952" v="111" actId="26606"/>
          <pc:sldLayoutMkLst>
            <pc:docMk/>
            <pc:sldMasterMk cId="3002750598" sldId="2147483699"/>
            <pc:sldLayoutMk cId="967183216" sldId="2147483692"/>
          </pc:sldLayoutMkLst>
        </pc:sldLayoutChg>
        <pc:sldLayoutChg chg="add del">
          <pc:chgData name="Jyoshna Narapareddy" userId="3ed403cb54168935" providerId="LiveId" clId="{503F327B-F262-48AD-8D23-C3179F429965}" dt="2025-03-04T05:24:10.952" v="111" actId="26606"/>
          <pc:sldLayoutMkLst>
            <pc:docMk/>
            <pc:sldMasterMk cId="3002750598" sldId="2147483699"/>
            <pc:sldLayoutMk cId="3407672138" sldId="2147483693"/>
          </pc:sldLayoutMkLst>
        </pc:sldLayoutChg>
        <pc:sldLayoutChg chg="add del">
          <pc:chgData name="Jyoshna Narapareddy" userId="3ed403cb54168935" providerId="LiveId" clId="{503F327B-F262-48AD-8D23-C3179F429965}" dt="2025-03-04T05:24:10.952" v="111" actId="26606"/>
          <pc:sldLayoutMkLst>
            <pc:docMk/>
            <pc:sldMasterMk cId="3002750598" sldId="2147483699"/>
            <pc:sldLayoutMk cId="653884916" sldId="2147483694"/>
          </pc:sldLayoutMkLst>
        </pc:sldLayoutChg>
        <pc:sldLayoutChg chg="add del">
          <pc:chgData name="Jyoshna Narapareddy" userId="3ed403cb54168935" providerId="LiveId" clId="{503F327B-F262-48AD-8D23-C3179F429965}" dt="2025-03-04T05:24:10.952" v="111" actId="26606"/>
          <pc:sldLayoutMkLst>
            <pc:docMk/>
            <pc:sldMasterMk cId="3002750598" sldId="2147483699"/>
            <pc:sldLayoutMk cId="2484194150" sldId="2147483695"/>
          </pc:sldLayoutMkLst>
        </pc:sldLayoutChg>
        <pc:sldLayoutChg chg="add del">
          <pc:chgData name="Jyoshna Narapareddy" userId="3ed403cb54168935" providerId="LiveId" clId="{503F327B-F262-48AD-8D23-C3179F429965}" dt="2025-03-04T05:24:10.952" v="111" actId="26606"/>
          <pc:sldLayoutMkLst>
            <pc:docMk/>
            <pc:sldMasterMk cId="3002750598" sldId="2147483699"/>
            <pc:sldLayoutMk cId="182400366" sldId="2147483696"/>
          </pc:sldLayoutMkLst>
        </pc:sldLayoutChg>
        <pc:sldLayoutChg chg="add del">
          <pc:chgData name="Jyoshna Narapareddy" userId="3ed403cb54168935" providerId="LiveId" clId="{503F327B-F262-48AD-8D23-C3179F429965}" dt="2025-03-04T05:24:10.952" v="111" actId="26606"/>
          <pc:sldLayoutMkLst>
            <pc:docMk/>
            <pc:sldMasterMk cId="3002750598" sldId="2147483699"/>
            <pc:sldLayoutMk cId="1747675044" sldId="2147483697"/>
          </pc:sldLayoutMkLst>
        </pc:sldLayoutChg>
        <pc:sldLayoutChg chg="add del">
          <pc:chgData name="Jyoshna Narapareddy" userId="3ed403cb54168935" providerId="LiveId" clId="{503F327B-F262-48AD-8D23-C3179F429965}" dt="2025-03-04T05:24:10.952" v="111" actId="26606"/>
          <pc:sldLayoutMkLst>
            <pc:docMk/>
            <pc:sldMasterMk cId="3002750598" sldId="2147483699"/>
            <pc:sldLayoutMk cId="4171236627" sldId="2147483698"/>
          </pc:sldLayoutMkLst>
        </pc:sldLayoutChg>
      </pc:sldMasterChg>
      <pc:sldMasterChg chg="add addSldLayout">
        <pc:chgData name="Jyoshna Narapareddy" userId="3ed403cb54168935" providerId="LiveId" clId="{503F327B-F262-48AD-8D23-C3179F429965}" dt="2025-03-04T05:24:46.921" v="116" actId="26606"/>
        <pc:sldMasterMkLst>
          <pc:docMk/>
          <pc:sldMasterMk cId="4072877931" sldId="2147483738"/>
        </pc:sldMasterMkLst>
        <pc:sldLayoutChg chg="add">
          <pc:chgData name="Jyoshna Narapareddy" userId="3ed403cb54168935" providerId="LiveId" clId="{503F327B-F262-48AD-8D23-C3179F429965}" dt="2025-03-04T05:24:46.921" v="116" actId="26606"/>
          <pc:sldLayoutMkLst>
            <pc:docMk/>
            <pc:sldMasterMk cId="4072877931" sldId="2147483738"/>
            <pc:sldLayoutMk cId="1088855035" sldId="2147483727"/>
          </pc:sldLayoutMkLst>
        </pc:sldLayoutChg>
        <pc:sldLayoutChg chg="add">
          <pc:chgData name="Jyoshna Narapareddy" userId="3ed403cb54168935" providerId="LiveId" clId="{503F327B-F262-48AD-8D23-C3179F429965}" dt="2025-03-04T05:24:46.921" v="116" actId="26606"/>
          <pc:sldLayoutMkLst>
            <pc:docMk/>
            <pc:sldMasterMk cId="4072877931" sldId="2147483738"/>
            <pc:sldLayoutMk cId="1192926485" sldId="2147483728"/>
          </pc:sldLayoutMkLst>
        </pc:sldLayoutChg>
        <pc:sldLayoutChg chg="add">
          <pc:chgData name="Jyoshna Narapareddy" userId="3ed403cb54168935" providerId="LiveId" clId="{503F327B-F262-48AD-8D23-C3179F429965}" dt="2025-03-04T05:24:46.921" v="116" actId="26606"/>
          <pc:sldLayoutMkLst>
            <pc:docMk/>
            <pc:sldMasterMk cId="4072877931" sldId="2147483738"/>
            <pc:sldLayoutMk cId="3686705817" sldId="2147483729"/>
          </pc:sldLayoutMkLst>
        </pc:sldLayoutChg>
        <pc:sldLayoutChg chg="add">
          <pc:chgData name="Jyoshna Narapareddy" userId="3ed403cb54168935" providerId="LiveId" clId="{503F327B-F262-48AD-8D23-C3179F429965}" dt="2025-03-04T05:24:46.921" v="116" actId="26606"/>
          <pc:sldLayoutMkLst>
            <pc:docMk/>
            <pc:sldMasterMk cId="4072877931" sldId="2147483738"/>
            <pc:sldLayoutMk cId="3755356957" sldId="2147483730"/>
          </pc:sldLayoutMkLst>
        </pc:sldLayoutChg>
        <pc:sldLayoutChg chg="add">
          <pc:chgData name="Jyoshna Narapareddy" userId="3ed403cb54168935" providerId="LiveId" clId="{503F327B-F262-48AD-8D23-C3179F429965}" dt="2025-03-04T05:24:46.921" v="116" actId="26606"/>
          <pc:sldLayoutMkLst>
            <pc:docMk/>
            <pc:sldMasterMk cId="4072877931" sldId="2147483738"/>
            <pc:sldLayoutMk cId="1437594442" sldId="2147483731"/>
          </pc:sldLayoutMkLst>
        </pc:sldLayoutChg>
        <pc:sldLayoutChg chg="add">
          <pc:chgData name="Jyoshna Narapareddy" userId="3ed403cb54168935" providerId="LiveId" clId="{503F327B-F262-48AD-8D23-C3179F429965}" dt="2025-03-04T05:24:46.921" v="116" actId="26606"/>
          <pc:sldLayoutMkLst>
            <pc:docMk/>
            <pc:sldMasterMk cId="4072877931" sldId="2147483738"/>
            <pc:sldLayoutMk cId="1485254711" sldId="2147483732"/>
          </pc:sldLayoutMkLst>
        </pc:sldLayoutChg>
        <pc:sldLayoutChg chg="add">
          <pc:chgData name="Jyoshna Narapareddy" userId="3ed403cb54168935" providerId="LiveId" clId="{503F327B-F262-48AD-8D23-C3179F429965}" dt="2025-03-04T05:24:46.921" v="116" actId="26606"/>
          <pc:sldLayoutMkLst>
            <pc:docMk/>
            <pc:sldMasterMk cId="4072877931" sldId="2147483738"/>
            <pc:sldLayoutMk cId="1727753051" sldId="2147483733"/>
          </pc:sldLayoutMkLst>
        </pc:sldLayoutChg>
        <pc:sldLayoutChg chg="add">
          <pc:chgData name="Jyoshna Narapareddy" userId="3ed403cb54168935" providerId="LiveId" clId="{503F327B-F262-48AD-8D23-C3179F429965}" dt="2025-03-04T05:24:46.921" v="116" actId="26606"/>
          <pc:sldLayoutMkLst>
            <pc:docMk/>
            <pc:sldMasterMk cId="4072877931" sldId="2147483738"/>
            <pc:sldLayoutMk cId="3524167928" sldId="2147483734"/>
          </pc:sldLayoutMkLst>
        </pc:sldLayoutChg>
        <pc:sldLayoutChg chg="add">
          <pc:chgData name="Jyoshna Narapareddy" userId="3ed403cb54168935" providerId="LiveId" clId="{503F327B-F262-48AD-8D23-C3179F429965}" dt="2025-03-04T05:24:46.921" v="116" actId="26606"/>
          <pc:sldLayoutMkLst>
            <pc:docMk/>
            <pc:sldMasterMk cId="4072877931" sldId="2147483738"/>
            <pc:sldLayoutMk cId="1539753850" sldId="2147483735"/>
          </pc:sldLayoutMkLst>
        </pc:sldLayoutChg>
        <pc:sldLayoutChg chg="add">
          <pc:chgData name="Jyoshna Narapareddy" userId="3ed403cb54168935" providerId="LiveId" clId="{503F327B-F262-48AD-8D23-C3179F429965}" dt="2025-03-04T05:24:46.921" v="116" actId="26606"/>
          <pc:sldLayoutMkLst>
            <pc:docMk/>
            <pc:sldMasterMk cId="4072877931" sldId="2147483738"/>
            <pc:sldLayoutMk cId="1392638504" sldId="2147483736"/>
          </pc:sldLayoutMkLst>
        </pc:sldLayoutChg>
        <pc:sldLayoutChg chg="add">
          <pc:chgData name="Jyoshna Narapareddy" userId="3ed403cb54168935" providerId="LiveId" clId="{503F327B-F262-48AD-8D23-C3179F429965}" dt="2025-03-04T05:24:46.921" v="116" actId="26606"/>
          <pc:sldLayoutMkLst>
            <pc:docMk/>
            <pc:sldMasterMk cId="4072877931" sldId="2147483738"/>
            <pc:sldLayoutMk cId="1300487004" sldId="2147483737"/>
          </pc:sldLayoutMkLst>
        </pc:sldLayoutChg>
      </pc:sldMasterChg>
    </pc:docChg>
  </pc:docChgLst>
</pc:chgInfo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svg"/><Relationship Id="rId1" Type="http://schemas.openxmlformats.org/officeDocument/2006/relationships/image" Target="../media/image7.png"/><Relationship Id="rId4" Type="http://schemas.openxmlformats.org/officeDocument/2006/relationships/image" Target="../media/image10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svg"/><Relationship Id="rId1" Type="http://schemas.openxmlformats.org/officeDocument/2006/relationships/image" Target="../media/image7.png"/><Relationship Id="rId4" Type="http://schemas.openxmlformats.org/officeDocument/2006/relationships/image" Target="../media/image10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0B9114A-4AC4-443B-95FA-5D7EACA8F3C8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54B1CD74-EBFF-4B1D-9E7F-31DBC9BC575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Traffic Database</a:t>
          </a:r>
        </a:p>
      </dgm:t>
    </dgm:pt>
    <dgm:pt modelId="{DE978086-92B6-41AF-B1AC-6148057F6F8E}" type="parTrans" cxnId="{381CEDE0-A994-4706-93EC-AD0CA24B52CF}">
      <dgm:prSet/>
      <dgm:spPr/>
      <dgm:t>
        <a:bodyPr/>
        <a:lstStyle/>
        <a:p>
          <a:endParaRPr lang="en-US"/>
        </a:p>
      </dgm:t>
    </dgm:pt>
    <dgm:pt modelId="{EC8CEB98-252C-4F43-8641-838DE9E72B1C}" type="sibTrans" cxnId="{381CEDE0-A994-4706-93EC-AD0CA24B52CF}">
      <dgm:prSet/>
      <dgm:spPr/>
      <dgm:t>
        <a:bodyPr/>
        <a:lstStyle/>
        <a:p>
          <a:endParaRPr lang="en-US"/>
        </a:p>
      </dgm:t>
    </dgm:pt>
    <dgm:pt modelId="{B010D324-8FDE-4AC5-A65D-196A3D8C2ED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Unit_571_Database</a:t>
          </a:r>
        </a:p>
      </dgm:t>
    </dgm:pt>
    <dgm:pt modelId="{ADA4E22D-040C-4237-81E9-F3AC1AAA68A6}" type="parTrans" cxnId="{668B751C-F786-49D8-B8F4-83045E5CCAA6}">
      <dgm:prSet/>
      <dgm:spPr/>
      <dgm:t>
        <a:bodyPr/>
        <a:lstStyle/>
        <a:p>
          <a:endParaRPr lang="en-US"/>
        </a:p>
      </dgm:t>
    </dgm:pt>
    <dgm:pt modelId="{D2248EA3-CA3E-4854-ACE3-8AAA56AFC128}" type="sibTrans" cxnId="{668B751C-F786-49D8-B8F4-83045E5CCAA6}">
      <dgm:prSet/>
      <dgm:spPr/>
      <dgm:t>
        <a:bodyPr/>
        <a:lstStyle/>
        <a:p>
          <a:endParaRPr lang="en-US"/>
        </a:p>
      </dgm:t>
    </dgm:pt>
    <dgm:pt modelId="{27C789C2-CAEA-4CC2-988C-18EF1D49FF5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/>
            <a:t>Weather</a:t>
          </a:r>
          <a:r>
            <a:rPr lang="en-US"/>
            <a:t> Database</a:t>
          </a:r>
        </a:p>
      </dgm:t>
    </dgm:pt>
    <dgm:pt modelId="{24FA1DC7-A7FD-47D8-ABDE-BF973EA1C75D}" type="parTrans" cxnId="{989096AD-E787-4029-92CD-5A1D0677B85F}">
      <dgm:prSet/>
      <dgm:spPr/>
      <dgm:t>
        <a:bodyPr/>
        <a:lstStyle/>
        <a:p>
          <a:endParaRPr lang="en-US"/>
        </a:p>
      </dgm:t>
    </dgm:pt>
    <dgm:pt modelId="{30155B39-82E6-4D62-BC73-CE521BDC1DEE}" type="sibTrans" cxnId="{989096AD-E787-4029-92CD-5A1D0677B85F}">
      <dgm:prSet/>
      <dgm:spPr/>
      <dgm:t>
        <a:bodyPr/>
        <a:lstStyle/>
        <a:p>
          <a:endParaRPr lang="en-US"/>
        </a:p>
      </dgm:t>
    </dgm:pt>
    <dgm:pt modelId="{F4D15D4F-2F90-4700-806D-0825FF0F3415}" type="pres">
      <dgm:prSet presAssocID="{30B9114A-4AC4-443B-95FA-5D7EACA8F3C8}" presName="root" presStyleCnt="0">
        <dgm:presLayoutVars>
          <dgm:dir/>
          <dgm:resizeHandles val="exact"/>
        </dgm:presLayoutVars>
      </dgm:prSet>
      <dgm:spPr/>
    </dgm:pt>
    <dgm:pt modelId="{6F86DFE6-EDA1-4CAE-9C0E-623ECCFBC116}" type="pres">
      <dgm:prSet presAssocID="{54B1CD74-EBFF-4B1D-9E7F-31DBC9BC5753}" presName="compNode" presStyleCnt="0"/>
      <dgm:spPr/>
    </dgm:pt>
    <dgm:pt modelId="{E326EABF-B317-4E32-913B-99DEF29073C6}" type="pres">
      <dgm:prSet presAssocID="{54B1CD74-EBFF-4B1D-9E7F-31DBC9BC5753}" presName="bgRect" presStyleLbl="bgShp" presStyleIdx="0" presStyleCnt="3"/>
      <dgm:spPr/>
    </dgm:pt>
    <dgm:pt modelId="{AF8FF9E6-9774-4EA4-AB6E-8099F12E5E84}" type="pres">
      <dgm:prSet presAssocID="{54B1CD74-EBFF-4B1D-9E7F-31DBC9BC5753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148C30A5-8C08-4355-8619-8E17FE0C68CB}" type="pres">
      <dgm:prSet presAssocID="{54B1CD74-EBFF-4B1D-9E7F-31DBC9BC5753}" presName="spaceRect" presStyleCnt="0"/>
      <dgm:spPr/>
    </dgm:pt>
    <dgm:pt modelId="{7741A027-5C58-466F-922D-A98AAE40F1CB}" type="pres">
      <dgm:prSet presAssocID="{54B1CD74-EBFF-4B1D-9E7F-31DBC9BC5753}" presName="parTx" presStyleLbl="revTx" presStyleIdx="0" presStyleCnt="3">
        <dgm:presLayoutVars>
          <dgm:chMax val="0"/>
          <dgm:chPref val="0"/>
        </dgm:presLayoutVars>
      </dgm:prSet>
      <dgm:spPr/>
    </dgm:pt>
    <dgm:pt modelId="{5403E30D-B566-4969-BE3F-59DF796DF3CB}" type="pres">
      <dgm:prSet presAssocID="{EC8CEB98-252C-4F43-8641-838DE9E72B1C}" presName="sibTrans" presStyleCnt="0"/>
      <dgm:spPr/>
    </dgm:pt>
    <dgm:pt modelId="{927850B4-A0F4-4BCF-8673-053684B9E26C}" type="pres">
      <dgm:prSet presAssocID="{B010D324-8FDE-4AC5-A65D-196A3D8C2EDC}" presName="compNode" presStyleCnt="0"/>
      <dgm:spPr/>
    </dgm:pt>
    <dgm:pt modelId="{BAC53ED9-B611-4146-ADA8-98849CF00774}" type="pres">
      <dgm:prSet presAssocID="{B010D324-8FDE-4AC5-A65D-196A3D8C2EDC}" presName="bgRect" presStyleLbl="bgShp" presStyleIdx="1" presStyleCnt="3"/>
      <dgm:spPr/>
    </dgm:pt>
    <dgm:pt modelId="{8A483661-8A9B-4E5C-B829-0357070E4CFB}" type="pres">
      <dgm:prSet presAssocID="{B010D324-8FDE-4AC5-A65D-196A3D8C2EDC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Filter"/>
        </a:ext>
      </dgm:extLst>
    </dgm:pt>
    <dgm:pt modelId="{43237F03-0002-44C9-90D8-BAA4DBAD53F0}" type="pres">
      <dgm:prSet presAssocID="{B010D324-8FDE-4AC5-A65D-196A3D8C2EDC}" presName="spaceRect" presStyleCnt="0"/>
      <dgm:spPr/>
    </dgm:pt>
    <dgm:pt modelId="{837B6529-23F3-439B-A26E-31F08309BBB8}" type="pres">
      <dgm:prSet presAssocID="{B010D324-8FDE-4AC5-A65D-196A3D8C2EDC}" presName="parTx" presStyleLbl="revTx" presStyleIdx="1" presStyleCnt="3">
        <dgm:presLayoutVars>
          <dgm:chMax val="0"/>
          <dgm:chPref val="0"/>
        </dgm:presLayoutVars>
      </dgm:prSet>
      <dgm:spPr/>
    </dgm:pt>
    <dgm:pt modelId="{1F989696-CA6C-4536-93B3-780FE9DA23A6}" type="pres">
      <dgm:prSet presAssocID="{D2248EA3-CA3E-4854-ACE3-8AAA56AFC128}" presName="sibTrans" presStyleCnt="0"/>
      <dgm:spPr/>
    </dgm:pt>
    <dgm:pt modelId="{C9229E6B-A916-4D5B-865C-612C392F0CA4}" type="pres">
      <dgm:prSet presAssocID="{27C789C2-CAEA-4CC2-988C-18EF1D49FF57}" presName="compNode" presStyleCnt="0"/>
      <dgm:spPr/>
    </dgm:pt>
    <dgm:pt modelId="{6AC82AC6-0829-494F-92FA-D5E13A460586}" type="pres">
      <dgm:prSet presAssocID="{27C789C2-CAEA-4CC2-988C-18EF1D49FF57}" presName="bgRect" presStyleLbl="bgShp" presStyleIdx="2" presStyleCnt="3"/>
      <dgm:spPr/>
    </dgm:pt>
    <dgm:pt modelId="{703B90C5-ACF4-480F-9ABD-F933F5F9DB50}" type="pres">
      <dgm:prSet presAssocID="{27C789C2-CAEA-4CC2-988C-18EF1D49FF57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loud"/>
        </a:ext>
      </dgm:extLst>
    </dgm:pt>
    <dgm:pt modelId="{B4104073-B70F-4D43-A571-D61D85BAC324}" type="pres">
      <dgm:prSet presAssocID="{27C789C2-CAEA-4CC2-988C-18EF1D49FF57}" presName="spaceRect" presStyleCnt="0"/>
      <dgm:spPr/>
    </dgm:pt>
    <dgm:pt modelId="{425C0A2D-F01B-4ED8-AE0A-1AC871C14980}" type="pres">
      <dgm:prSet presAssocID="{27C789C2-CAEA-4CC2-988C-18EF1D49FF57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668B751C-F786-49D8-B8F4-83045E5CCAA6}" srcId="{30B9114A-4AC4-443B-95FA-5D7EACA8F3C8}" destId="{B010D324-8FDE-4AC5-A65D-196A3D8C2EDC}" srcOrd="1" destOrd="0" parTransId="{ADA4E22D-040C-4237-81E9-F3AC1AAA68A6}" sibTransId="{D2248EA3-CA3E-4854-ACE3-8AAA56AFC128}"/>
    <dgm:cxn modelId="{01FBA44C-553D-4219-B500-ACF6EAC94177}" type="presOf" srcId="{27C789C2-CAEA-4CC2-988C-18EF1D49FF57}" destId="{425C0A2D-F01B-4ED8-AE0A-1AC871C14980}" srcOrd="0" destOrd="0" presId="urn:microsoft.com/office/officeart/2018/2/layout/IconVerticalSolidList"/>
    <dgm:cxn modelId="{3855219F-911F-463A-94B5-82CCF0482DE3}" type="presOf" srcId="{30B9114A-4AC4-443B-95FA-5D7EACA8F3C8}" destId="{F4D15D4F-2F90-4700-806D-0825FF0F3415}" srcOrd="0" destOrd="0" presId="urn:microsoft.com/office/officeart/2018/2/layout/IconVerticalSolidList"/>
    <dgm:cxn modelId="{989096AD-E787-4029-92CD-5A1D0677B85F}" srcId="{30B9114A-4AC4-443B-95FA-5D7EACA8F3C8}" destId="{27C789C2-CAEA-4CC2-988C-18EF1D49FF57}" srcOrd="2" destOrd="0" parTransId="{24FA1DC7-A7FD-47D8-ABDE-BF973EA1C75D}" sibTransId="{30155B39-82E6-4D62-BC73-CE521BDC1DEE}"/>
    <dgm:cxn modelId="{11F7C2D7-09E9-4FA8-AB52-5B587FD6E8EE}" type="presOf" srcId="{B010D324-8FDE-4AC5-A65D-196A3D8C2EDC}" destId="{837B6529-23F3-439B-A26E-31F08309BBB8}" srcOrd="0" destOrd="0" presId="urn:microsoft.com/office/officeart/2018/2/layout/IconVerticalSolidList"/>
    <dgm:cxn modelId="{E517C0D8-0F47-438A-893D-DA2770BAC36C}" type="presOf" srcId="{54B1CD74-EBFF-4B1D-9E7F-31DBC9BC5753}" destId="{7741A027-5C58-466F-922D-A98AAE40F1CB}" srcOrd="0" destOrd="0" presId="urn:microsoft.com/office/officeart/2018/2/layout/IconVerticalSolidList"/>
    <dgm:cxn modelId="{381CEDE0-A994-4706-93EC-AD0CA24B52CF}" srcId="{30B9114A-4AC4-443B-95FA-5D7EACA8F3C8}" destId="{54B1CD74-EBFF-4B1D-9E7F-31DBC9BC5753}" srcOrd="0" destOrd="0" parTransId="{DE978086-92B6-41AF-B1AC-6148057F6F8E}" sibTransId="{EC8CEB98-252C-4F43-8641-838DE9E72B1C}"/>
    <dgm:cxn modelId="{B13FF6D3-D575-4AB0-B11C-EFD2FFB90EC3}" type="presParOf" srcId="{F4D15D4F-2F90-4700-806D-0825FF0F3415}" destId="{6F86DFE6-EDA1-4CAE-9C0E-623ECCFBC116}" srcOrd="0" destOrd="0" presId="urn:microsoft.com/office/officeart/2018/2/layout/IconVerticalSolidList"/>
    <dgm:cxn modelId="{DD43155E-0E3B-446D-92A0-F151E752B324}" type="presParOf" srcId="{6F86DFE6-EDA1-4CAE-9C0E-623ECCFBC116}" destId="{E326EABF-B317-4E32-913B-99DEF29073C6}" srcOrd="0" destOrd="0" presId="urn:microsoft.com/office/officeart/2018/2/layout/IconVerticalSolidList"/>
    <dgm:cxn modelId="{E19A4966-45C5-4F02-8E17-CDC6B64EC9DE}" type="presParOf" srcId="{6F86DFE6-EDA1-4CAE-9C0E-623ECCFBC116}" destId="{AF8FF9E6-9774-4EA4-AB6E-8099F12E5E84}" srcOrd="1" destOrd="0" presId="urn:microsoft.com/office/officeart/2018/2/layout/IconVerticalSolidList"/>
    <dgm:cxn modelId="{D37064A9-126E-4A4C-BEEF-CEC17140352D}" type="presParOf" srcId="{6F86DFE6-EDA1-4CAE-9C0E-623ECCFBC116}" destId="{148C30A5-8C08-4355-8619-8E17FE0C68CB}" srcOrd="2" destOrd="0" presId="urn:microsoft.com/office/officeart/2018/2/layout/IconVerticalSolidList"/>
    <dgm:cxn modelId="{73717B0A-61E8-4260-9D94-E55494E888B3}" type="presParOf" srcId="{6F86DFE6-EDA1-4CAE-9C0E-623ECCFBC116}" destId="{7741A027-5C58-466F-922D-A98AAE40F1CB}" srcOrd="3" destOrd="0" presId="urn:microsoft.com/office/officeart/2018/2/layout/IconVerticalSolidList"/>
    <dgm:cxn modelId="{D90EF8DD-7E38-4D82-BF93-EC8E4F6A1FFA}" type="presParOf" srcId="{F4D15D4F-2F90-4700-806D-0825FF0F3415}" destId="{5403E30D-B566-4969-BE3F-59DF796DF3CB}" srcOrd="1" destOrd="0" presId="urn:microsoft.com/office/officeart/2018/2/layout/IconVerticalSolidList"/>
    <dgm:cxn modelId="{5EA5446B-FB09-41AE-9F34-E73E4E784A8F}" type="presParOf" srcId="{F4D15D4F-2F90-4700-806D-0825FF0F3415}" destId="{927850B4-A0F4-4BCF-8673-053684B9E26C}" srcOrd="2" destOrd="0" presId="urn:microsoft.com/office/officeart/2018/2/layout/IconVerticalSolidList"/>
    <dgm:cxn modelId="{8ACCC57C-2BFE-49C0-8628-11FE1FA8C7AC}" type="presParOf" srcId="{927850B4-A0F4-4BCF-8673-053684B9E26C}" destId="{BAC53ED9-B611-4146-ADA8-98849CF00774}" srcOrd="0" destOrd="0" presId="urn:microsoft.com/office/officeart/2018/2/layout/IconVerticalSolidList"/>
    <dgm:cxn modelId="{B784E574-C460-486B-A9D7-B8F0F9893A92}" type="presParOf" srcId="{927850B4-A0F4-4BCF-8673-053684B9E26C}" destId="{8A483661-8A9B-4E5C-B829-0357070E4CFB}" srcOrd="1" destOrd="0" presId="urn:microsoft.com/office/officeart/2018/2/layout/IconVerticalSolidList"/>
    <dgm:cxn modelId="{5EBEEAE2-173E-41F6-9239-714EF79A1112}" type="presParOf" srcId="{927850B4-A0F4-4BCF-8673-053684B9E26C}" destId="{43237F03-0002-44C9-90D8-BAA4DBAD53F0}" srcOrd="2" destOrd="0" presId="urn:microsoft.com/office/officeart/2018/2/layout/IconVerticalSolidList"/>
    <dgm:cxn modelId="{262439BC-BE40-4E4B-B4E3-14FC8E838492}" type="presParOf" srcId="{927850B4-A0F4-4BCF-8673-053684B9E26C}" destId="{837B6529-23F3-439B-A26E-31F08309BBB8}" srcOrd="3" destOrd="0" presId="urn:microsoft.com/office/officeart/2018/2/layout/IconVerticalSolidList"/>
    <dgm:cxn modelId="{F1560A26-F425-4DC9-8618-B985E78001BE}" type="presParOf" srcId="{F4D15D4F-2F90-4700-806D-0825FF0F3415}" destId="{1F989696-CA6C-4536-93B3-780FE9DA23A6}" srcOrd="3" destOrd="0" presId="urn:microsoft.com/office/officeart/2018/2/layout/IconVerticalSolidList"/>
    <dgm:cxn modelId="{C2EE5459-171F-42B7-8399-C87F3BB35BD8}" type="presParOf" srcId="{F4D15D4F-2F90-4700-806D-0825FF0F3415}" destId="{C9229E6B-A916-4D5B-865C-612C392F0CA4}" srcOrd="4" destOrd="0" presId="urn:microsoft.com/office/officeart/2018/2/layout/IconVerticalSolidList"/>
    <dgm:cxn modelId="{39B84C3F-C5ED-4ED7-9790-2DE689B81659}" type="presParOf" srcId="{C9229E6B-A916-4D5B-865C-612C392F0CA4}" destId="{6AC82AC6-0829-494F-92FA-D5E13A460586}" srcOrd="0" destOrd="0" presId="urn:microsoft.com/office/officeart/2018/2/layout/IconVerticalSolidList"/>
    <dgm:cxn modelId="{61FC7FF3-CF89-4AA1-A357-DB3511BA2AD7}" type="presParOf" srcId="{C9229E6B-A916-4D5B-865C-612C392F0CA4}" destId="{703B90C5-ACF4-480F-9ABD-F933F5F9DB50}" srcOrd="1" destOrd="0" presId="urn:microsoft.com/office/officeart/2018/2/layout/IconVerticalSolidList"/>
    <dgm:cxn modelId="{A285FE8E-2654-45C8-80B5-5DCC2F22A4D6}" type="presParOf" srcId="{C9229E6B-A916-4D5B-865C-612C392F0CA4}" destId="{B4104073-B70F-4D43-A571-D61D85BAC324}" srcOrd="2" destOrd="0" presId="urn:microsoft.com/office/officeart/2018/2/layout/IconVerticalSolidList"/>
    <dgm:cxn modelId="{61584E06-FE27-4BE3-852B-0FB6FEE7CE09}" type="presParOf" srcId="{C9229E6B-A916-4D5B-865C-612C392F0CA4}" destId="{425C0A2D-F01B-4ED8-AE0A-1AC871C14980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912298C-D8C4-4D20-BFAC-6A2E3582AEA2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775B6694-9D5E-4FE3-A8B2-3D4478054A3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The files which are given are .</a:t>
          </a:r>
          <a:r>
            <a:rPr lang="en-US" dirty="0" err="1"/>
            <a:t>accdb</a:t>
          </a:r>
          <a:r>
            <a:rPr lang="en-US" dirty="0"/>
            <a:t> files to be accessed through MS Access.</a:t>
          </a:r>
        </a:p>
      </dgm:t>
    </dgm:pt>
    <dgm:pt modelId="{BE9533E3-25E0-4315-BF57-4BE02BE20991}" type="parTrans" cxnId="{A857FDC0-B2A7-4089-9FFB-F49F742A4AFF}">
      <dgm:prSet/>
      <dgm:spPr/>
      <dgm:t>
        <a:bodyPr/>
        <a:lstStyle/>
        <a:p>
          <a:endParaRPr lang="en-US"/>
        </a:p>
      </dgm:t>
    </dgm:pt>
    <dgm:pt modelId="{C9F5D17B-9D4F-4240-822E-84A0790F0621}" type="sibTrans" cxnId="{A857FDC0-B2A7-4089-9FFB-F49F742A4AFF}">
      <dgm:prSet/>
      <dgm:spPr/>
      <dgm:t>
        <a:bodyPr/>
        <a:lstStyle/>
        <a:p>
          <a:endParaRPr lang="en-US"/>
        </a:p>
      </dgm:t>
    </dgm:pt>
    <dgm:pt modelId="{AB497832-DC62-42CB-8C5A-3BD7131088B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Extracted those databases into PowerBI via Access database.</a:t>
          </a:r>
        </a:p>
      </dgm:t>
    </dgm:pt>
    <dgm:pt modelId="{9DF0939B-0185-48D7-971A-42478C7C0916}" type="parTrans" cxnId="{BCC16F76-A075-450C-BCFF-618BD8777F7D}">
      <dgm:prSet/>
      <dgm:spPr/>
      <dgm:t>
        <a:bodyPr/>
        <a:lstStyle/>
        <a:p>
          <a:endParaRPr lang="en-US"/>
        </a:p>
      </dgm:t>
    </dgm:pt>
    <dgm:pt modelId="{659CC4C3-CB82-4AA4-8DE5-400AE637C21D}" type="sibTrans" cxnId="{BCC16F76-A075-450C-BCFF-618BD8777F7D}">
      <dgm:prSet/>
      <dgm:spPr/>
      <dgm:t>
        <a:bodyPr/>
        <a:lstStyle/>
        <a:p>
          <a:endParaRPr lang="en-US"/>
        </a:p>
      </dgm:t>
    </dgm:pt>
    <dgm:pt modelId="{92FB3C50-2408-44AA-8208-2541DDAB6BC8}" type="pres">
      <dgm:prSet presAssocID="{B912298C-D8C4-4D20-BFAC-6A2E3582AEA2}" presName="root" presStyleCnt="0">
        <dgm:presLayoutVars>
          <dgm:dir/>
          <dgm:resizeHandles val="exact"/>
        </dgm:presLayoutVars>
      </dgm:prSet>
      <dgm:spPr/>
    </dgm:pt>
    <dgm:pt modelId="{3742D73D-8A2F-4E96-9623-ABCFCE1850E4}" type="pres">
      <dgm:prSet presAssocID="{775B6694-9D5E-4FE3-A8B2-3D4478054A38}" presName="compNode" presStyleCnt="0"/>
      <dgm:spPr/>
    </dgm:pt>
    <dgm:pt modelId="{E428DB1F-F54F-4D03-B3D4-776DBE51AF2A}" type="pres">
      <dgm:prSet presAssocID="{775B6694-9D5E-4FE3-A8B2-3D4478054A38}" presName="bgRect" presStyleLbl="bgShp" presStyleIdx="0" presStyleCnt="2"/>
      <dgm:spPr/>
    </dgm:pt>
    <dgm:pt modelId="{821CC188-3799-4850-8A3A-2250576801DB}" type="pres">
      <dgm:prSet presAssocID="{775B6694-9D5E-4FE3-A8B2-3D4478054A38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sconnected"/>
        </a:ext>
      </dgm:extLst>
    </dgm:pt>
    <dgm:pt modelId="{026391BE-1B93-49D1-B255-184FDB87ECDF}" type="pres">
      <dgm:prSet presAssocID="{775B6694-9D5E-4FE3-A8B2-3D4478054A38}" presName="spaceRect" presStyleCnt="0"/>
      <dgm:spPr/>
    </dgm:pt>
    <dgm:pt modelId="{F7DBAFF6-49FF-4254-819C-06EB1F3BCEF6}" type="pres">
      <dgm:prSet presAssocID="{775B6694-9D5E-4FE3-A8B2-3D4478054A38}" presName="parTx" presStyleLbl="revTx" presStyleIdx="0" presStyleCnt="2">
        <dgm:presLayoutVars>
          <dgm:chMax val="0"/>
          <dgm:chPref val="0"/>
        </dgm:presLayoutVars>
      </dgm:prSet>
      <dgm:spPr/>
    </dgm:pt>
    <dgm:pt modelId="{B50E843F-079F-464D-B774-B0561B3EFE0F}" type="pres">
      <dgm:prSet presAssocID="{C9F5D17B-9D4F-4240-822E-84A0790F0621}" presName="sibTrans" presStyleCnt="0"/>
      <dgm:spPr/>
    </dgm:pt>
    <dgm:pt modelId="{90D276A3-60B6-4850-BAB5-1C800D999CC5}" type="pres">
      <dgm:prSet presAssocID="{AB497832-DC62-42CB-8C5A-3BD7131088B4}" presName="compNode" presStyleCnt="0"/>
      <dgm:spPr/>
    </dgm:pt>
    <dgm:pt modelId="{382D6138-EF75-4128-BA15-03D3962CAA74}" type="pres">
      <dgm:prSet presAssocID="{AB497832-DC62-42CB-8C5A-3BD7131088B4}" presName="bgRect" presStyleLbl="bgShp" presStyleIdx="1" presStyleCnt="2"/>
      <dgm:spPr/>
    </dgm:pt>
    <dgm:pt modelId="{31CAE4CD-712C-46ED-B1C5-C62D0317696B}" type="pres">
      <dgm:prSet presAssocID="{AB497832-DC62-42CB-8C5A-3BD7131088B4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47191F37-1FE5-4650-BE2B-3FF16683E05C}" type="pres">
      <dgm:prSet presAssocID="{AB497832-DC62-42CB-8C5A-3BD7131088B4}" presName="spaceRect" presStyleCnt="0"/>
      <dgm:spPr/>
    </dgm:pt>
    <dgm:pt modelId="{01C26B04-DE7B-4881-B498-96FCB261BB5D}" type="pres">
      <dgm:prSet presAssocID="{AB497832-DC62-42CB-8C5A-3BD7131088B4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B673C708-DD61-4DA0-B4C1-6934A2CDF37D}" type="presOf" srcId="{775B6694-9D5E-4FE3-A8B2-3D4478054A38}" destId="{F7DBAFF6-49FF-4254-819C-06EB1F3BCEF6}" srcOrd="0" destOrd="0" presId="urn:microsoft.com/office/officeart/2018/2/layout/IconVerticalSolidList"/>
    <dgm:cxn modelId="{BCC16F76-A075-450C-BCFF-618BD8777F7D}" srcId="{B912298C-D8C4-4D20-BFAC-6A2E3582AEA2}" destId="{AB497832-DC62-42CB-8C5A-3BD7131088B4}" srcOrd="1" destOrd="0" parTransId="{9DF0939B-0185-48D7-971A-42478C7C0916}" sibTransId="{659CC4C3-CB82-4AA4-8DE5-400AE637C21D}"/>
    <dgm:cxn modelId="{83F4E5AD-F071-484B-8708-668F855B602A}" type="presOf" srcId="{B912298C-D8C4-4D20-BFAC-6A2E3582AEA2}" destId="{92FB3C50-2408-44AA-8208-2541DDAB6BC8}" srcOrd="0" destOrd="0" presId="urn:microsoft.com/office/officeart/2018/2/layout/IconVerticalSolidList"/>
    <dgm:cxn modelId="{9FBD39BB-ADB1-4766-A05D-3D5CBFCB6F02}" type="presOf" srcId="{AB497832-DC62-42CB-8C5A-3BD7131088B4}" destId="{01C26B04-DE7B-4881-B498-96FCB261BB5D}" srcOrd="0" destOrd="0" presId="urn:microsoft.com/office/officeart/2018/2/layout/IconVerticalSolidList"/>
    <dgm:cxn modelId="{A857FDC0-B2A7-4089-9FFB-F49F742A4AFF}" srcId="{B912298C-D8C4-4D20-BFAC-6A2E3582AEA2}" destId="{775B6694-9D5E-4FE3-A8B2-3D4478054A38}" srcOrd="0" destOrd="0" parTransId="{BE9533E3-25E0-4315-BF57-4BE02BE20991}" sibTransId="{C9F5D17B-9D4F-4240-822E-84A0790F0621}"/>
    <dgm:cxn modelId="{7530E569-63EB-40EE-831C-707168E6C56D}" type="presParOf" srcId="{92FB3C50-2408-44AA-8208-2541DDAB6BC8}" destId="{3742D73D-8A2F-4E96-9623-ABCFCE1850E4}" srcOrd="0" destOrd="0" presId="urn:microsoft.com/office/officeart/2018/2/layout/IconVerticalSolidList"/>
    <dgm:cxn modelId="{B65D006B-118F-4FEE-A2B4-C5A4C7426A53}" type="presParOf" srcId="{3742D73D-8A2F-4E96-9623-ABCFCE1850E4}" destId="{E428DB1F-F54F-4D03-B3D4-776DBE51AF2A}" srcOrd="0" destOrd="0" presId="urn:microsoft.com/office/officeart/2018/2/layout/IconVerticalSolidList"/>
    <dgm:cxn modelId="{EA63E6E3-E951-4717-8995-1213CE4D8A3B}" type="presParOf" srcId="{3742D73D-8A2F-4E96-9623-ABCFCE1850E4}" destId="{821CC188-3799-4850-8A3A-2250576801DB}" srcOrd="1" destOrd="0" presId="urn:microsoft.com/office/officeart/2018/2/layout/IconVerticalSolidList"/>
    <dgm:cxn modelId="{8BBD1124-3176-424A-838B-C8DCE4BC6105}" type="presParOf" srcId="{3742D73D-8A2F-4E96-9623-ABCFCE1850E4}" destId="{026391BE-1B93-49D1-B255-184FDB87ECDF}" srcOrd="2" destOrd="0" presId="urn:microsoft.com/office/officeart/2018/2/layout/IconVerticalSolidList"/>
    <dgm:cxn modelId="{33FD2643-3D50-4E23-89CC-CBCDF81AAE2C}" type="presParOf" srcId="{3742D73D-8A2F-4E96-9623-ABCFCE1850E4}" destId="{F7DBAFF6-49FF-4254-819C-06EB1F3BCEF6}" srcOrd="3" destOrd="0" presId="urn:microsoft.com/office/officeart/2018/2/layout/IconVerticalSolidList"/>
    <dgm:cxn modelId="{398E1E40-6018-43F1-94A5-FD2E48A85B87}" type="presParOf" srcId="{92FB3C50-2408-44AA-8208-2541DDAB6BC8}" destId="{B50E843F-079F-464D-B774-B0561B3EFE0F}" srcOrd="1" destOrd="0" presId="urn:microsoft.com/office/officeart/2018/2/layout/IconVerticalSolidList"/>
    <dgm:cxn modelId="{31B339B8-70D1-4299-897B-99FFC2C34A13}" type="presParOf" srcId="{92FB3C50-2408-44AA-8208-2541DDAB6BC8}" destId="{90D276A3-60B6-4850-BAB5-1C800D999CC5}" srcOrd="2" destOrd="0" presId="urn:microsoft.com/office/officeart/2018/2/layout/IconVerticalSolidList"/>
    <dgm:cxn modelId="{26C83622-19E9-4E35-B62D-0B52B25CE2D1}" type="presParOf" srcId="{90D276A3-60B6-4850-BAB5-1C800D999CC5}" destId="{382D6138-EF75-4128-BA15-03D3962CAA74}" srcOrd="0" destOrd="0" presId="urn:microsoft.com/office/officeart/2018/2/layout/IconVerticalSolidList"/>
    <dgm:cxn modelId="{AA5CB0BE-B909-4286-878E-3075156035AD}" type="presParOf" srcId="{90D276A3-60B6-4850-BAB5-1C800D999CC5}" destId="{31CAE4CD-712C-46ED-B1C5-C62D0317696B}" srcOrd="1" destOrd="0" presId="urn:microsoft.com/office/officeart/2018/2/layout/IconVerticalSolidList"/>
    <dgm:cxn modelId="{7A4F760A-906C-4185-9FCE-8BD06B4199E9}" type="presParOf" srcId="{90D276A3-60B6-4850-BAB5-1C800D999CC5}" destId="{47191F37-1FE5-4650-BE2B-3FF16683E05C}" srcOrd="2" destOrd="0" presId="urn:microsoft.com/office/officeart/2018/2/layout/IconVerticalSolidList"/>
    <dgm:cxn modelId="{2C88D7F9-10C8-4268-808D-91D8E87FE46E}" type="presParOf" srcId="{90D276A3-60B6-4850-BAB5-1C800D999CC5}" destId="{01C26B04-DE7B-4881-B498-96FCB261BB5D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D576EEAB-BBB0-4648-9F47-56D6982FEE3E}" type="doc">
      <dgm:prSet loTypeId="urn:microsoft.com/office/officeart/2016/7/layout/BasicLinearProcessNumbered" loCatId="process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F7F5ACE5-8A8D-4A5D-B3DE-44E78FA82AD7}">
      <dgm:prSet/>
      <dgm:spPr/>
      <dgm:t>
        <a:bodyPr/>
        <a:lstStyle/>
        <a:p>
          <a:r>
            <a:rPr lang="en-US" b="0" i="0"/>
            <a:t>Checking the data types of all the columns in all the tables.</a:t>
          </a:r>
          <a:endParaRPr lang="en-US"/>
        </a:p>
      </dgm:t>
    </dgm:pt>
    <dgm:pt modelId="{BD904A6E-33D5-4817-AC87-DF8808E7E70F}" type="parTrans" cxnId="{5FEACC35-E72C-4689-AC72-B0F2A0E0E576}">
      <dgm:prSet/>
      <dgm:spPr/>
      <dgm:t>
        <a:bodyPr/>
        <a:lstStyle/>
        <a:p>
          <a:endParaRPr lang="en-US"/>
        </a:p>
      </dgm:t>
    </dgm:pt>
    <dgm:pt modelId="{A76D0A35-D5FF-4CA4-A19E-F491C60E15B3}" type="sibTrans" cxnId="{5FEACC35-E72C-4689-AC72-B0F2A0E0E576}">
      <dgm:prSet phldrT="1" phldr="0"/>
      <dgm:spPr/>
      <dgm:t>
        <a:bodyPr/>
        <a:lstStyle/>
        <a:p>
          <a:r>
            <a:rPr lang="en-US"/>
            <a:t>1</a:t>
          </a:r>
        </a:p>
      </dgm:t>
    </dgm:pt>
    <dgm:pt modelId="{F5B066BB-F71E-4ABE-81A0-AC474827A398}">
      <dgm:prSet/>
      <dgm:spPr/>
      <dgm:t>
        <a:bodyPr/>
        <a:lstStyle/>
        <a:p>
          <a:r>
            <a:rPr lang="en-US" b="0" i="0"/>
            <a:t>Changing the datatypes of Date/Time Columns into Date/Time Format.</a:t>
          </a:r>
          <a:endParaRPr lang="en-US"/>
        </a:p>
      </dgm:t>
    </dgm:pt>
    <dgm:pt modelId="{FC48335C-90CC-4038-9B77-4C20AF836C4A}" type="parTrans" cxnId="{A24FE2AC-F765-4B7F-9113-E5EF7F4B1458}">
      <dgm:prSet/>
      <dgm:spPr/>
      <dgm:t>
        <a:bodyPr/>
        <a:lstStyle/>
        <a:p>
          <a:endParaRPr lang="en-US"/>
        </a:p>
      </dgm:t>
    </dgm:pt>
    <dgm:pt modelId="{8FAFB03F-2DD8-427B-B92A-1C7FFE2AA8F9}" type="sibTrans" cxnId="{A24FE2AC-F765-4B7F-9113-E5EF7F4B1458}">
      <dgm:prSet phldrT="2" phldr="0"/>
      <dgm:spPr/>
      <dgm:t>
        <a:bodyPr/>
        <a:lstStyle/>
        <a:p>
          <a:r>
            <a:rPr lang="en-US"/>
            <a:t>2</a:t>
          </a:r>
        </a:p>
      </dgm:t>
    </dgm:pt>
    <dgm:pt modelId="{5EF253FF-0FEE-474D-BED4-278011D4817B}">
      <dgm:prSet/>
      <dgm:spPr/>
      <dgm:t>
        <a:bodyPr/>
        <a:lstStyle/>
        <a:p>
          <a:r>
            <a:rPr lang="en-US" b="0" i="0"/>
            <a:t>Checking if there are any null values and replacing them with median of the same column.</a:t>
          </a:r>
          <a:endParaRPr lang="en-US"/>
        </a:p>
      </dgm:t>
    </dgm:pt>
    <dgm:pt modelId="{D4590BD6-BCE0-4EFD-B175-2068F7E2332B}" type="parTrans" cxnId="{C27D3CF7-E83B-44DD-9A68-106ECB5E6874}">
      <dgm:prSet/>
      <dgm:spPr/>
      <dgm:t>
        <a:bodyPr/>
        <a:lstStyle/>
        <a:p>
          <a:endParaRPr lang="en-US"/>
        </a:p>
      </dgm:t>
    </dgm:pt>
    <dgm:pt modelId="{D3A8C8BF-8D14-4788-909C-5F9F3560FAD6}" type="sibTrans" cxnId="{C27D3CF7-E83B-44DD-9A68-106ECB5E6874}">
      <dgm:prSet phldrT="3" phldr="0"/>
      <dgm:spPr/>
      <dgm:t>
        <a:bodyPr/>
        <a:lstStyle/>
        <a:p>
          <a:r>
            <a:rPr lang="en-US"/>
            <a:t>3</a:t>
          </a:r>
        </a:p>
      </dgm:t>
    </dgm:pt>
    <dgm:pt modelId="{5AF8F56A-6CD9-4F96-81ED-8CEC55CCD359}">
      <dgm:prSet/>
      <dgm:spPr/>
      <dgm:t>
        <a:bodyPr/>
        <a:lstStyle/>
        <a:p>
          <a:r>
            <a:rPr lang="en-US" b="0" i="0"/>
            <a:t>Removing duplicates and blank rows in all the tables.</a:t>
          </a:r>
          <a:endParaRPr lang="en-US"/>
        </a:p>
      </dgm:t>
    </dgm:pt>
    <dgm:pt modelId="{EB0F7744-F45E-4823-9E5B-82F21244F5B3}" type="parTrans" cxnId="{A2B47F57-4C27-4451-B97F-374FEA71409E}">
      <dgm:prSet/>
      <dgm:spPr/>
      <dgm:t>
        <a:bodyPr/>
        <a:lstStyle/>
        <a:p>
          <a:endParaRPr lang="en-US"/>
        </a:p>
      </dgm:t>
    </dgm:pt>
    <dgm:pt modelId="{57E190E3-1C67-46AA-94A6-BFDEE5160A01}" type="sibTrans" cxnId="{A2B47F57-4C27-4451-B97F-374FEA71409E}">
      <dgm:prSet phldrT="4" phldr="0"/>
      <dgm:spPr/>
      <dgm:t>
        <a:bodyPr/>
        <a:lstStyle/>
        <a:p>
          <a:r>
            <a:rPr lang="en-US"/>
            <a:t>4</a:t>
          </a:r>
        </a:p>
      </dgm:t>
    </dgm:pt>
    <dgm:pt modelId="{023691D7-2664-40C1-B85F-EE70DBF73622}" type="pres">
      <dgm:prSet presAssocID="{D576EEAB-BBB0-4648-9F47-56D6982FEE3E}" presName="Name0" presStyleCnt="0">
        <dgm:presLayoutVars>
          <dgm:animLvl val="lvl"/>
          <dgm:resizeHandles val="exact"/>
        </dgm:presLayoutVars>
      </dgm:prSet>
      <dgm:spPr/>
    </dgm:pt>
    <dgm:pt modelId="{A7DF1D70-990C-4F0E-942C-55B95B6012E0}" type="pres">
      <dgm:prSet presAssocID="{F7F5ACE5-8A8D-4A5D-B3DE-44E78FA82AD7}" presName="compositeNode" presStyleCnt="0">
        <dgm:presLayoutVars>
          <dgm:bulletEnabled val="1"/>
        </dgm:presLayoutVars>
      </dgm:prSet>
      <dgm:spPr/>
    </dgm:pt>
    <dgm:pt modelId="{1EC69BAF-AB10-4D3D-8BC3-F333B34BAE09}" type="pres">
      <dgm:prSet presAssocID="{F7F5ACE5-8A8D-4A5D-B3DE-44E78FA82AD7}" presName="bgRect" presStyleLbl="bgAccFollowNode1" presStyleIdx="0" presStyleCnt="4"/>
      <dgm:spPr/>
    </dgm:pt>
    <dgm:pt modelId="{9BFEE0B4-805B-43E6-B75C-93837931F6F4}" type="pres">
      <dgm:prSet presAssocID="{A76D0A35-D5FF-4CA4-A19E-F491C60E15B3}" presName="sibTransNodeCircle" presStyleLbl="alignNode1" presStyleIdx="0" presStyleCnt="8">
        <dgm:presLayoutVars>
          <dgm:chMax val="0"/>
          <dgm:bulletEnabled/>
        </dgm:presLayoutVars>
      </dgm:prSet>
      <dgm:spPr/>
    </dgm:pt>
    <dgm:pt modelId="{F8A8AF1E-0760-4274-9989-13002B97E5E3}" type="pres">
      <dgm:prSet presAssocID="{F7F5ACE5-8A8D-4A5D-B3DE-44E78FA82AD7}" presName="bottomLine" presStyleLbl="alignNode1" presStyleIdx="1" presStyleCnt="8">
        <dgm:presLayoutVars/>
      </dgm:prSet>
      <dgm:spPr/>
    </dgm:pt>
    <dgm:pt modelId="{34B801BB-2FB9-4866-AA69-5C0CCD4A6FAD}" type="pres">
      <dgm:prSet presAssocID="{F7F5ACE5-8A8D-4A5D-B3DE-44E78FA82AD7}" presName="nodeText" presStyleLbl="bgAccFollowNode1" presStyleIdx="0" presStyleCnt="4">
        <dgm:presLayoutVars>
          <dgm:bulletEnabled val="1"/>
        </dgm:presLayoutVars>
      </dgm:prSet>
      <dgm:spPr/>
    </dgm:pt>
    <dgm:pt modelId="{B43AB23A-411C-4CF5-B0C3-4B6973572ECC}" type="pres">
      <dgm:prSet presAssocID="{A76D0A35-D5FF-4CA4-A19E-F491C60E15B3}" presName="sibTrans" presStyleCnt="0"/>
      <dgm:spPr/>
    </dgm:pt>
    <dgm:pt modelId="{667FC2FA-326A-4326-8594-401D102FAA54}" type="pres">
      <dgm:prSet presAssocID="{F5B066BB-F71E-4ABE-81A0-AC474827A398}" presName="compositeNode" presStyleCnt="0">
        <dgm:presLayoutVars>
          <dgm:bulletEnabled val="1"/>
        </dgm:presLayoutVars>
      </dgm:prSet>
      <dgm:spPr/>
    </dgm:pt>
    <dgm:pt modelId="{A36B2AA3-8F4B-4B24-84F5-4CEFD5C0B090}" type="pres">
      <dgm:prSet presAssocID="{F5B066BB-F71E-4ABE-81A0-AC474827A398}" presName="bgRect" presStyleLbl="bgAccFollowNode1" presStyleIdx="1" presStyleCnt="4"/>
      <dgm:spPr/>
    </dgm:pt>
    <dgm:pt modelId="{0BD90493-A710-4075-BB61-892DBA623669}" type="pres">
      <dgm:prSet presAssocID="{8FAFB03F-2DD8-427B-B92A-1C7FFE2AA8F9}" presName="sibTransNodeCircle" presStyleLbl="alignNode1" presStyleIdx="2" presStyleCnt="8">
        <dgm:presLayoutVars>
          <dgm:chMax val="0"/>
          <dgm:bulletEnabled/>
        </dgm:presLayoutVars>
      </dgm:prSet>
      <dgm:spPr/>
    </dgm:pt>
    <dgm:pt modelId="{716EA7B7-2EB1-4FCD-B4ED-3034ACDCABD5}" type="pres">
      <dgm:prSet presAssocID="{F5B066BB-F71E-4ABE-81A0-AC474827A398}" presName="bottomLine" presStyleLbl="alignNode1" presStyleIdx="3" presStyleCnt="8">
        <dgm:presLayoutVars/>
      </dgm:prSet>
      <dgm:spPr/>
    </dgm:pt>
    <dgm:pt modelId="{B45E87E9-275F-4269-AA09-B8D2CFE5B574}" type="pres">
      <dgm:prSet presAssocID="{F5B066BB-F71E-4ABE-81A0-AC474827A398}" presName="nodeText" presStyleLbl="bgAccFollowNode1" presStyleIdx="1" presStyleCnt="4">
        <dgm:presLayoutVars>
          <dgm:bulletEnabled val="1"/>
        </dgm:presLayoutVars>
      </dgm:prSet>
      <dgm:spPr/>
    </dgm:pt>
    <dgm:pt modelId="{C3279C97-B3C3-40B4-9F86-59C5F99E3146}" type="pres">
      <dgm:prSet presAssocID="{8FAFB03F-2DD8-427B-B92A-1C7FFE2AA8F9}" presName="sibTrans" presStyleCnt="0"/>
      <dgm:spPr/>
    </dgm:pt>
    <dgm:pt modelId="{CC47B603-B08C-4AB3-AE06-FEB5D2D5AB03}" type="pres">
      <dgm:prSet presAssocID="{5EF253FF-0FEE-474D-BED4-278011D4817B}" presName="compositeNode" presStyleCnt="0">
        <dgm:presLayoutVars>
          <dgm:bulletEnabled val="1"/>
        </dgm:presLayoutVars>
      </dgm:prSet>
      <dgm:spPr/>
    </dgm:pt>
    <dgm:pt modelId="{156876F1-E80D-46E8-B2F4-A20F75DC8A1A}" type="pres">
      <dgm:prSet presAssocID="{5EF253FF-0FEE-474D-BED4-278011D4817B}" presName="bgRect" presStyleLbl="bgAccFollowNode1" presStyleIdx="2" presStyleCnt="4"/>
      <dgm:spPr/>
    </dgm:pt>
    <dgm:pt modelId="{904ED949-30CD-4501-982B-58BBC288AC96}" type="pres">
      <dgm:prSet presAssocID="{D3A8C8BF-8D14-4788-909C-5F9F3560FAD6}" presName="sibTransNodeCircle" presStyleLbl="alignNode1" presStyleIdx="4" presStyleCnt="8">
        <dgm:presLayoutVars>
          <dgm:chMax val="0"/>
          <dgm:bulletEnabled/>
        </dgm:presLayoutVars>
      </dgm:prSet>
      <dgm:spPr/>
    </dgm:pt>
    <dgm:pt modelId="{5E17B4EA-2DFA-4F93-9F5A-A95F99602762}" type="pres">
      <dgm:prSet presAssocID="{5EF253FF-0FEE-474D-BED4-278011D4817B}" presName="bottomLine" presStyleLbl="alignNode1" presStyleIdx="5" presStyleCnt="8">
        <dgm:presLayoutVars/>
      </dgm:prSet>
      <dgm:spPr/>
    </dgm:pt>
    <dgm:pt modelId="{1762956F-ADB8-4F6F-B220-3D795C73C8A2}" type="pres">
      <dgm:prSet presAssocID="{5EF253FF-0FEE-474D-BED4-278011D4817B}" presName="nodeText" presStyleLbl="bgAccFollowNode1" presStyleIdx="2" presStyleCnt="4">
        <dgm:presLayoutVars>
          <dgm:bulletEnabled val="1"/>
        </dgm:presLayoutVars>
      </dgm:prSet>
      <dgm:spPr/>
    </dgm:pt>
    <dgm:pt modelId="{6FA0AA62-E8D2-4889-BE95-9251A147322D}" type="pres">
      <dgm:prSet presAssocID="{D3A8C8BF-8D14-4788-909C-5F9F3560FAD6}" presName="sibTrans" presStyleCnt="0"/>
      <dgm:spPr/>
    </dgm:pt>
    <dgm:pt modelId="{3E930E43-1B0B-4F9C-B41A-090E0898C017}" type="pres">
      <dgm:prSet presAssocID="{5AF8F56A-6CD9-4F96-81ED-8CEC55CCD359}" presName="compositeNode" presStyleCnt="0">
        <dgm:presLayoutVars>
          <dgm:bulletEnabled val="1"/>
        </dgm:presLayoutVars>
      </dgm:prSet>
      <dgm:spPr/>
    </dgm:pt>
    <dgm:pt modelId="{EF993229-93AA-4CB7-A832-C980AF48D2F6}" type="pres">
      <dgm:prSet presAssocID="{5AF8F56A-6CD9-4F96-81ED-8CEC55CCD359}" presName="bgRect" presStyleLbl="bgAccFollowNode1" presStyleIdx="3" presStyleCnt="4"/>
      <dgm:spPr/>
    </dgm:pt>
    <dgm:pt modelId="{DAD0EFA6-2BCC-4C68-A22E-4EE9679C25DF}" type="pres">
      <dgm:prSet presAssocID="{57E190E3-1C67-46AA-94A6-BFDEE5160A01}" presName="sibTransNodeCircle" presStyleLbl="alignNode1" presStyleIdx="6" presStyleCnt="8">
        <dgm:presLayoutVars>
          <dgm:chMax val="0"/>
          <dgm:bulletEnabled/>
        </dgm:presLayoutVars>
      </dgm:prSet>
      <dgm:spPr/>
    </dgm:pt>
    <dgm:pt modelId="{5682B7A1-3FAC-4571-9A15-479C64F2909D}" type="pres">
      <dgm:prSet presAssocID="{5AF8F56A-6CD9-4F96-81ED-8CEC55CCD359}" presName="bottomLine" presStyleLbl="alignNode1" presStyleIdx="7" presStyleCnt="8">
        <dgm:presLayoutVars/>
      </dgm:prSet>
      <dgm:spPr/>
    </dgm:pt>
    <dgm:pt modelId="{A1E85FE6-8313-402B-97CE-B6C410955393}" type="pres">
      <dgm:prSet presAssocID="{5AF8F56A-6CD9-4F96-81ED-8CEC55CCD359}" presName="nodeText" presStyleLbl="bgAccFollowNode1" presStyleIdx="3" presStyleCnt="4">
        <dgm:presLayoutVars>
          <dgm:bulletEnabled val="1"/>
        </dgm:presLayoutVars>
      </dgm:prSet>
      <dgm:spPr/>
    </dgm:pt>
  </dgm:ptLst>
  <dgm:cxnLst>
    <dgm:cxn modelId="{8F905C05-F2E6-4601-A9CC-9D987ADD0974}" type="presOf" srcId="{D3A8C8BF-8D14-4788-909C-5F9F3560FAD6}" destId="{904ED949-30CD-4501-982B-58BBC288AC96}" srcOrd="0" destOrd="0" presId="urn:microsoft.com/office/officeart/2016/7/layout/BasicLinearProcessNumbered"/>
    <dgm:cxn modelId="{7D23350E-A179-4C62-A700-7383EF7AF4AD}" type="presOf" srcId="{5AF8F56A-6CD9-4F96-81ED-8CEC55CCD359}" destId="{A1E85FE6-8313-402B-97CE-B6C410955393}" srcOrd="1" destOrd="0" presId="urn:microsoft.com/office/officeart/2016/7/layout/BasicLinearProcessNumbered"/>
    <dgm:cxn modelId="{8E3C562D-DE25-4502-9014-E1052298AB03}" type="presOf" srcId="{5EF253FF-0FEE-474D-BED4-278011D4817B}" destId="{1762956F-ADB8-4F6F-B220-3D795C73C8A2}" srcOrd="1" destOrd="0" presId="urn:microsoft.com/office/officeart/2016/7/layout/BasicLinearProcessNumbered"/>
    <dgm:cxn modelId="{5FEACC35-E72C-4689-AC72-B0F2A0E0E576}" srcId="{D576EEAB-BBB0-4648-9F47-56D6982FEE3E}" destId="{F7F5ACE5-8A8D-4A5D-B3DE-44E78FA82AD7}" srcOrd="0" destOrd="0" parTransId="{BD904A6E-33D5-4817-AC87-DF8808E7E70F}" sibTransId="{A76D0A35-D5FF-4CA4-A19E-F491C60E15B3}"/>
    <dgm:cxn modelId="{7510EC60-8ED0-4D94-94B9-325E3CAFC388}" type="presOf" srcId="{F5B066BB-F71E-4ABE-81A0-AC474827A398}" destId="{B45E87E9-275F-4269-AA09-B8D2CFE5B574}" srcOrd="1" destOrd="0" presId="urn:microsoft.com/office/officeart/2016/7/layout/BasicLinearProcessNumbered"/>
    <dgm:cxn modelId="{251DD642-321E-4C5D-8521-8FAD86C07726}" type="presOf" srcId="{8FAFB03F-2DD8-427B-B92A-1C7FFE2AA8F9}" destId="{0BD90493-A710-4075-BB61-892DBA623669}" srcOrd="0" destOrd="0" presId="urn:microsoft.com/office/officeart/2016/7/layout/BasicLinearProcessNumbered"/>
    <dgm:cxn modelId="{FC700D50-671D-45D7-A422-A0D6AB5F0669}" type="presOf" srcId="{5AF8F56A-6CD9-4F96-81ED-8CEC55CCD359}" destId="{EF993229-93AA-4CB7-A832-C980AF48D2F6}" srcOrd="0" destOrd="0" presId="urn:microsoft.com/office/officeart/2016/7/layout/BasicLinearProcessNumbered"/>
    <dgm:cxn modelId="{36F11E73-596F-4D28-AAF5-107A525F9D49}" type="presOf" srcId="{F5B066BB-F71E-4ABE-81A0-AC474827A398}" destId="{A36B2AA3-8F4B-4B24-84F5-4CEFD5C0B090}" srcOrd="0" destOrd="0" presId="urn:microsoft.com/office/officeart/2016/7/layout/BasicLinearProcessNumbered"/>
    <dgm:cxn modelId="{2AA2FF53-81DE-41DA-B52E-B98FFE3FC381}" type="presOf" srcId="{5EF253FF-0FEE-474D-BED4-278011D4817B}" destId="{156876F1-E80D-46E8-B2F4-A20F75DC8A1A}" srcOrd="0" destOrd="0" presId="urn:microsoft.com/office/officeart/2016/7/layout/BasicLinearProcessNumbered"/>
    <dgm:cxn modelId="{A2B47F57-4C27-4451-B97F-374FEA71409E}" srcId="{D576EEAB-BBB0-4648-9F47-56D6982FEE3E}" destId="{5AF8F56A-6CD9-4F96-81ED-8CEC55CCD359}" srcOrd="3" destOrd="0" parTransId="{EB0F7744-F45E-4823-9E5B-82F21244F5B3}" sibTransId="{57E190E3-1C67-46AA-94A6-BFDEE5160A01}"/>
    <dgm:cxn modelId="{A24FE2AC-F765-4B7F-9113-E5EF7F4B1458}" srcId="{D576EEAB-BBB0-4648-9F47-56D6982FEE3E}" destId="{F5B066BB-F71E-4ABE-81A0-AC474827A398}" srcOrd="1" destOrd="0" parTransId="{FC48335C-90CC-4038-9B77-4C20AF836C4A}" sibTransId="{8FAFB03F-2DD8-427B-B92A-1C7FFE2AA8F9}"/>
    <dgm:cxn modelId="{C2C6E4AD-6B49-471C-920C-110E4726B0D1}" type="presOf" srcId="{D576EEAB-BBB0-4648-9F47-56D6982FEE3E}" destId="{023691D7-2664-40C1-B85F-EE70DBF73622}" srcOrd="0" destOrd="0" presId="urn:microsoft.com/office/officeart/2016/7/layout/BasicLinearProcessNumbered"/>
    <dgm:cxn modelId="{2C1134D6-E228-4A9C-ADA9-C53A4A137042}" type="presOf" srcId="{F7F5ACE5-8A8D-4A5D-B3DE-44E78FA82AD7}" destId="{34B801BB-2FB9-4866-AA69-5C0CCD4A6FAD}" srcOrd="1" destOrd="0" presId="urn:microsoft.com/office/officeart/2016/7/layout/BasicLinearProcessNumbered"/>
    <dgm:cxn modelId="{EA80D0E1-058B-4039-BFCB-EDCB8678ABE6}" type="presOf" srcId="{F7F5ACE5-8A8D-4A5D-B3DE-44E78FA82AD7}" destId="{1EC69BAF-AB10-4D3D-8BC3-F333B34BAE09}" srcOrd="0" destOrd="0" presId="urn:microsoft.com/office/officeart/2016/7/layout/BasicLinearProcessNumbered"/>
    <dgm:cxn modelId="{52BAFCE9-4FB2-4220-B50E-45351AF94A66}" type="presOf" srcId="{57E190E3-1C67-46AA-94A6-BFDEE5160A01}" destId="{DAD0EFA6-2BCC-4C68-A22E-4EE9679C25DF}" srcOrd="0" destOrd="0" presId="urn:microsoft.com/office/officeart/2016/7/layout/BasicLinearProcessNumbered"/>
    <dgm:cxn modelId="{987F9EF2-6514-4468-8581-4E220854B321}" type="presOf" srcId="{A76D0A35-D5FF-4CA4-A19E-F491C60E15B3}" destId="{9BFEE0B4-805B-43E6-B75C-93837931F6F4}" srcOrd="0" destOrd="0" presId="urn:microsoft.com/office/officeart/2016/7/layout/BasicLinearProcessNumbered"/>
    <dgm:cxn modelId="{C27D3CF7-E83B-44DD-9A68-106ECB5E6874}" srcId="{D576EEAB-BBB0-4648-9F47-56D6982FEE3E}" destId="{5EF253FF-0FEE-474D-BED4-278011D4817B}" srcOrd="2" destOrd="0" parTransId="{D4590BD6-BCE0-4EFD-B175-2068F7E2332B}" sibTransId="{D3A8C8BF-8D14-4788-909C-5F9F3560FAD6}"/>
    <dgm:cxn modelId="{F197C77F-9844-4DF2-8828-D6AF7E5A622A}" type="presParOf" srcId="{023691D7-2664-40C1-B85F-EE70DBF73622}" destId="{A7DF1D70-990C-4F0E-942C-55B95B6012E0}" srcOrd="0" destOrd="0" presId="urn:microsoft.com/office/officeart/2016/7/layout/BasicLinearProcessNumbered"/>
    <dgm:cxn modelId="{52FB26BC-4E6F-45C0-BE53-647B60489773}" type="presParOf" srcId="{A7DF1D70-990C-4F0E-942C-55B95B6012E0}" destId="{1EC69BAF-AB10-4D3D-8BC3-F333B34BAE09}" srcOrd="0" destOrd="0" presId="urn:microsoft.com/office/officeart/2016/7/layout/BasicLinearProcessNumbered"/>
    <dgm:cxn modelId="{A857F46B-48B8-4653-B8AA-3B8F8B7F5EEF}" type="presParOf" srcId="{A7DF1D70-990C-4F0E-942C-55B95B6012E0}" destId="{9BFEE0B4-805B-43E6-B75C-93837931F6F4}" srcOrd="1" destOrd="0" presId="urn:microsoft.com/office/officeart/2016/7/layout/BasicLinearProcessNumbered"/>
    <dgm:cxn modelId="{2F3617B5-1D2E-4621-BBAE-513B08F11E59}" type="presParOf" srcId="{A7DF1D70-990C-4F0E-942C-55B95B6012E0}" destId="{F8A8AF1E-0760-4274-9989-13002B97E5E3}" srcOrd="2" destOrd="0" presId="urn:microsoft.com/office/officeart/2016/7/layout/BasicLinearProcessNumbered"/>
    <dgm:cxn modelId="{07C718B5-CC03-4463-B614-0A5D3C3E558A}" type="presParOf" srcId="{A7DF1D70-990C-4F0E-942C-55B95B6012E0}" destId="{34B801BB-2FB9-4866-AA69-5C0CCD4A6FAD}" srcOrd="3" destOrd="0" presId="urn:microsoft.com/office/officeart/2016/7/layout/BasicLinearProcessNumbered"/>
    <dgm:cxn modelId="{5BF94B21-9D68-4002-B5DD-327D82918B22}" type="presParOf" srcId="{023691D7-2664-40C1-B85F-EE70DBF73622}" destId="{B43AB23A-411C-4CF5-B0C3-4B6973572ECC}" srcOrd="1" destOrd="0" presId="urn:microsoft.com/office/officeart/2016/7/layout/BasicLinearProcessNumbered"/>
    <dgm:cxn modelId="{3C7BCD16-E753-471E-9D62-B95B1C989D2D}" type="presParOf" srcId="{023691D7-2664-40C1-B85F-EE70DBF73622}" destId="{667FC2FA-326A-4326-8594-401D102FAA54}" srcOrd="2" destOrd="0" presId="urn:microsoft.com/office/officeart/2016/7/layout/BasicLinearProcessNumbered"/>
    <dgm:cxn modelId="{27740187-030E-41E1-83F4-434EB7E336F3}" type="presParOf" srcId="{667FC2FA-326A-4326-8594-401D102FAA54}" destId="{A36B2AA3-8F4B-4B24-84F5-4CEFD5C0B090}" srcOrd="0" destOrd="0" presId="urn:microsoft.com/office/officeart/2016/7/layout/BasicLinearProcessNumbered"/>
    <dgm:cxn modelId="{FE167013-D239-47C7-9A78-39B9AA5F63DB}" type="presParOf" srcId="{667FC2FA-326A-4326-8594-401D102FAA54}" destId="{0BD90493-A710-4075-BB61-892DBA623669}" srcOrd="1" destOrd="0" presId="urn:microsoft.com/office/officeart/2016/7/layout/BasicLinearProcessNumbered"/>
    <dgm:cxn modelId="{727D0F2E-5E1D-4B0D-A846-2114B3F54D01}" type="presParOf" srcId="{667FC2FA-326A-4326-8594-401D102FAA54}" destId="{716EA7B7-2EB1-4FCD-B4ED-3034ACDCABD5}" srcOrd="2" destOrd="0" presId="urn:microsoft.com/office/officeart/2016/7/layout/BasicLinearProcessNumbered"/>
    <dgm:cxn modelId="{76C15617-B442-42CA-8BA7-1673B69AE2D1}" type="presParOf" srcId="{667FC2FA-326A-4326-8594-401D102FAA54}" destId="{B45E87E9-275F-4269-AA09-B8D2CFE5B574}" srcOrd="3" destOrd="0" presId="urn:microsoft.com/office/officeart/2016/7/layout/BasicLinearProcessNumbered"/>
    <dgm:cxn modelId="{F6E3F7C9-5938-4088-BEC9-66A712D6AF6A}" type="presParOf" srcId="{023691D7-2664-40C1-B85F-EE70DBF73622}" destId="{C3279C97-B3C3-40B4-9F86-59C5F99E3146}" srcOrd="3" destOrd="0" presId="urn:microsoft.com/office/officeart/2016/7/layout/BasicLinearProcessNumbered"/>
    <dgm:cxn modelId="{AB38FF7C-89D0-477E-9E44-D32B52AFF8AE}" type="presParOf" srcId="{023691D7-2664-40C1-B85F-EE70DBF73622}" destId="{CC47B603-B08C-4AB3-AE06-FEB5D2D5AB03}" srcOrd="4" destOrd="0" presId="urn:microsoft.com/office/officeart/2016/7/layout/BasicLinearProcessNumbered"/>
    <dgm:cxn modelId="{E6C571E4-0F1B-4782-B1F9-83EBCF82095F}" type="presParOf" srcId="{CC47B603-B08C-4AB3-AE06-FEB5D2D5AB03}" destId="{156876F1-E80D-46E8-B2F4-A20F75DC8A1A}" srcOrd="0" destOrd="0" presId="urn:microsoft.com/office/officeart/2016/7/layout/BasicLinearProcessNumbered"/>
    <dgm:cxn modelId="{D9390194-55FF-4AE0-909D-07EBE6A108BA}" type="presParOf" srcId="{CC47B603-B08C-4AB3-AE06-FEB5D2D5AB03}" destId="{904ED949-30CD-4501-982B-58BBC288AC96}" srcOrd="1" destOrd="0" presId="urn:microsoft.com/office/officeart/2016/7/layout/BasicLinearProcessNumbered"/>
    <dgm:cxn modelId="{4164D927-0375-4712-9412-1422E61450CA}" type="presParOf" srcId="{CC47B603-B08C-4AB3-AE06-FEB5D2D5AB03}" destId="{5E17B4EA-2DFA-4F93-9F5A-A95F99602762}" srcOrd="2" destOrd="0" presId="urn:microsoft.com/office/officeart/2016/7/layout/BasicLinearProcessNumbered"/>
    <dgm:cxn modelId="{A48FEEB6-FB63-46FA-8195-9ED76632EA1F}" type="presParOf" srcId="{CC47B603-B08C-4AB3-AE06-FEB5D2D5AB03}" destId="{1762956F-ADB8-4F6F-B220-3D795C73C8A2}" srcOrd="3" destOrd="0" presId="urn:microsoft.com/office/officeart/2016/7/layout/BasicLinearProcessNumbered"/>
    <dgm:cxn modelId="{FCB0F36E-1367-4FDE-AD8A-EACCDCAA4DE8}" type="presParOf" srcId="{023691D7-2664-40C1-B85F-EE70DBF73622}" destId="{6FA0AA62-E8D2-4889-BE95-9251A147322D}" srcOrd="5" destOrd="0" presId="urn:microsoft.com/office/officeart/2016/7/layout/BasicLinearProcessNumbered"/>
    <dgm:cxn modelId="{428A3191-C4D8-4E15-9FCC-8A4B17CADF97}" type="presParOf" srcId="{023691D7-2664-40C1-B85F-EE70DBF73622}" destId="{3E930E43-1B0B-4F9C-B41A-090E0898C017}" srcOrd="6" destOrd="0" presId="urn:microsoft.com/office/officeart/2016/7/layout/BasicLinearProcessNumbered"/>
    <dgm:cxn modelId="{130D7D7C-0F34-4A89-BEDE-9E4D7DD77668}" type="presParOf" srcId="{3E930E43-1B0B-4F9C-B41A-090E0898C017}" destId="{EF993229-93AA-4CB7-A832-C980AF48D2F6}" srcOrd="0" destOrd="0" presId="urn:microsoft.com/office/officeart/2016/7/layout/BasicLinearProcessNumbered"/>
    <dgm:cxn modelId="{A4FAEE13-8F39-41B6-BC99-DF734DF0D4ED}" type="presParOf" srcId="{3E930E43-1B0B-4F9C-B41A-090E0898C017}" destId="{DAD0EFA6-2BCC-4C68-A22E-4EE9679C25DF}" srcOrd="1" destOrd="0" presId="urn:microsoft.com/office/officeart/2016/7/layout/BasicLinearProcessNumbered"/>
    <dgm:cxn modelId="{6F9B0A79-E1B5-4569-BE34-E53EB437E7DD}" type="presParOf" srcId="{3E930E43-1B0B-4F9C-B41A-090E0898C017}" destId="{5682B7A1-3FAC-4571-9A15-479C64F2909D}" srcOrd="2" destOrd="0" presId="urn:microsoft.com/office/officeart/2016/7/layout/BasicLinearProcessNumbered"/>
    <dgm:cxn modelId="{10353AF1-E1F2-4BFC-88C6-86B25500B735}" type="presParOf" srcId="{3E930E43-1B0B-4F9C-B41A-090E0898C017}" destId="{A1E85FE6-8313-402B-97CE-B6C410955393}" srcOrd="3" destOrd="0" presId="urn:microsoft.com/office/officeart/2016/7/layout/BasicLinearProcessNumbered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326EABF-B317-4E32-913B-99DEF29073C6}">
      <dsp:nvSpPr>
        <dsp:cNvPr id="0" name=""/>
        <dsp:cNvSpPr/>
      </dsp:nvSpPr>
      <dsp:spPr>
        <a:xfrm>
          <a:off x="0" y="439"/>
          <a:ext cx="7335835" cy="102866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F8FF9E6-9774-4EA4-AB6E-8099F12E5E84}">
      <dsp:nvSpPr>
        <dsp:cNvPr id="0" name=""/>
        <dsp:cNvSpPr/>
      </dsp:nvSpPr>
      <dsp:spPr>
        <a:xfrm>
          <a:off x="311171" y="231889"/>
          <a:ext cx="565766" cy="56576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741A027-5C58-466F-922D-A98AAE40F1CB}">
      <dsp:nvSpPr>
        <dsp:cNvPr id="0" name=""/>
        <dsp:cNvSpPr/>
      </dsp:nvSpPr>
      <dsp:spPr>
        <a:xfrm>
          <a:off x="1188109" y="439"/>
          <a:ext cx="6147725" cy="10286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8867" tIns="108867" rIns="108867" bIns="108867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Traffic Database</a:t>
          </a:r>
        </a:p>
      </dsp:txBody>
      <dsp:txXfrm>
        <a:off x="1188109" y="439"/>
        <a:ext cx="6147725" cy="1028666"/>
      </dsp:txXfrm>
    </dsp:sp>
    <dsp:sp modelId="{BAC53ED9-B611-4146-ADA8-98849CF00774}">
      <dsp:nvSpPr>
        <dsp:cNvPr id="0" name=""/>
        <dsp:cNvSpPr/>
      </dsp:nvSpPr>
      <dsp:spPr>
        <a:xfrm>
          <a:off x="0" y="1286272"/>
          <a:ext cx="7335835" cy="102866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A483661-8A9B-4E5C-B829-0357070E4CFB}">
      <dsp:nvSpPr>
        <dsp:cNvPr id="0" name=""/>
        <dsp:cNvSpPr/>
      </dsp:nvSpPr>
      <dsp:spPr>
        <a:xfrm>
          <a:off x="311171" y="1517722"/>
          <a:ext cx="565766" cy="56576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37B6529-23F3-439B-A26E-31F08309BBB8}">
      <dsp:nvSpPr>
        <dsp:cNvPr id="0" name=""/>
        <dsp:cNvSpPr/>
      </dsp:nvSpPr>
      <dsp:spPr>
        <a:xfrm>
          <a:off x="1188109" y="1286272"/>
          <a:ext cx="6147725" cy="10286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8867" tIns="108867" rIns="108867" bIns="108867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Unit_571_Database</a:t>
          </a:r>
        </a:p>
      </dsp:txBody>
      <dsp:txXfrm>
        <a:off x="1188109" y="1286272"/>
        <a:ext cx="6147725" cy="1028666"/>
      </dsp:txXfrm>
    </dsp:sp>
    <dsp:sp modelId="{6AC82AC6-0829-494F-92FA-D5E13A460586}">
      <dsp:nvSpPr>
        <dsp:cNvPr id="0" name=""/>
        <dsp:cNvSpPr/>
      </dsp:nvSpPr>
      <dsp:spPr>
        <a:xfrm>
          <a:off x="0" y="2572105"/>
          <a:ext cx="7335835" cy="102866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03B90C5-ACF4-480F-9ABD-F933F5F9DB50}">
      <dsp:nvSpPr>
        <dsp:cNvPr id="0" name=""/>
        <dsp:cNvSpPr/>
      </dsp:nvSpPr>
      <dsp:spPr>
        <a:xfrm>
          <a:off x="311171" y="2803555"/>
          <a:ext cx="565766" cy="56576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25C0A2D-F01B-4ED8-AE0A-1AC871C14980}">
      <dsp:nvSpPr>
        <dsp:cNvPr id="0" name=""/>
        <dsp:cNvSpPr/>
      </dsp:nvSpPr>
      <dsp:spPr>
        <a:xfrm>
          <a:off x="1188109" y="2572105"/>
          <a:ext cx="6147725" cy="10286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8867" tIns="108867" rIns="108867" bIns="108867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0" i="0" kern="1200"/>
            <a:t>Weather</a:t>
          </a:r>
          <a:r>
            <a:rPr lang="en-US" sz="2500" kern="1200"/>
            <a:t> Database</a:t>
          </a:r>
        </a:p>
      </dsp:txBody>
      <dsp:txXfrm>
        <a:off x="1188109" y="2572105"/>
        <a:ext cx="6147725" cy="102866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428DB1F-F54F-4D03-B3D4-776DBE51AF2A}">
      <dsp:nvSpPr>
        <dsp:cNvPr id="0" name=""/>
        <dsp:cNvSpPr/>
      </dsp:nvSpPr>
      <dsp:spPr>
        <a:xfrm>
          <a:off x="0" y="887927"/>
          <a:ext cx="6104761" cy="163925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21CC188-3799-4850-8A3A-2250576801DB}">
      <dsp:nvSpPr>
        <dsp:cNvPr id="0" name=""/>
        <dsp:cNvSpPr/>
      </dsp:nvSpPr>
      <dsp:spPr>
        <a:xfrm>
          <a:off x="495873" y="1256759"/>
          <a:ext cx="901588" cy="90158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7DBAFF6-49FF-4254-819C-06EB1F3BCEF6}">
      <dsp:nvSpPr>
        <dsp:cNvPr id="0" name=""/>
        <dsp:cNvSpPr/>
      </dsp:nvSpPr>
      <dsp:spPr>
        <a:xfrm>
          <a:off x="1893334" y="887927"/>
          <a:ext cx="4211426" cy="163925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3487" tIns="173487" rIns="173487" bIns="173487" numCol="1" spcCol="1270" anchor="ctr" anchorCtr="0">
          <a:noAutofit/>
        </a:bodyPr>
        <a:lstStyle/>
        <a:p>
          <a:pPr marL="0" lvl="0" indent="0" algn="l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The files which are given are .</a:t>
          </a:r>
          <a:r>
            <a:rPr lang="en-US" sz="2300" kern="1200" dirty="0" err="1"/>
            <a:t>accdb</a:t>
          </a:r>
          <a:r>
            <a:rPr lang="en-US" sz="2300" kern="1200" dirty="0"/>
            <a:t> files to be accessed through MS Access.</a:t>
          </a:r>
        </a:p>
      </dsp:txBody>
      <dsp:txXfrm>
        <a:off x="1893334" y="887927"/>
        <a:ext cx="4211426" cy="1639251"/>
      </dsp:txXfrm>
    </dsp:sp>
    <dsp:sp modelId="{382D6138-EF75-4128-BA15-03D3962CAA74}">
      <dsp:nvSpPr>
        <dsp:cNvPr id="0" name=""/>
        <dsp:cNvSpPr/>
      </dsp:nvSpPr>
      <dsp:spPr>
        <a:xfrm>
          <a:off x="0" y="2936991"/>
          <a:ext cx="6104761" cy="163925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1CAE4CD-712C-46ED-B1C5-C62D0317696B}">
      <dsp:nvSpPr>
        <dsp:cNvPr id="0" name=""/>
        <dsp:cNvSpPr/>
      </dsp:nvSpPr>
      <dsp:spPr>
        <a:xfrm>
          <a:off x="495873" y="3305822"/>
          <a:ext cx="901588" cy="90158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1C26B04-DE7B-4881-B498-96FCB261BB5D}">
      <dsp:nvSpPr>
        <dsp:cNvPr id="0" name=""/>
        <dsp:cNvSpPr/>
      </dsp:nvSpPr>
      <dsp:spPr>
        <a:xfrm>
          <a:off x="1893334" y="2936991"/>
          <a:ext cx="4211426" cy="163925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3487" tIns="173487" rIns="173487" bIns="173487" numCol="1" spcCol="1270" anchor="ctr" anchorCtr="0">
          <a:noAutofit/>
        </a:bodyPr>
        <a:lstStyle/>
        <a:p>
          <a:pPr marL="0" lvl="0" indent="0" algn="l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Extracted those databases into PowerBI via Access database.</a:t>
          </a:r>
        </a:p>
      </dsp:txBody>
      <dsp:txXfrm>
        <a:off x="1893334" y="2936991"/>
        <a:ext cx="4211426" cy="1639251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EC69BAF-AB10-4D3D-8BC3-F333B34BAE09}">
      <dsp:nvSpPr>
        <dsp:cNvPr id="0" name=""/>
        <dsp:cNvSpPr/>
      </dsp:nvSpPr>
      <dsp:spPr>
        <a:xfrm>
          <a:off x="3002" y="0"/>
          <a:ext cx="2382274" cy="3263964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5731" tIns="330200" rIns="185731" bIns="33020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i="0" kern="1200"/>
            <a:t>Checking the data types of all the columns in all the tables.</a:t>
          </a:r>
          <a:endParaRPr lang="en-US" sz="1700" kern="1200"/>
        </a:p>
      </dsp:txBody>
      <dsp:txXfrm>
        <a:off x="3002" y="1240306"/>
        <a:ext cx="2382274" cy="1958378"/>
      </dsp:txXfrm>
    </dsp:sp>
    <dsp:sp modelId="{9BFEE0B4-805B-43E6-B75C-93837931F6F4}">
      <dsp:nvSpPr>
        <dsp:cNvPr id="0" name=""/>
        <dsp:cNvSpPr/>
      </dsp:nvSpPr>
      <dsp:spPr>
        <a:xfrm>
          <a:off x="704545" y="326396"/>
          <a:ext cx="979189" cy="979189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341" tIns="12700" rIns="76341" bIns="12700" numCol="1" spcCol="1270" anchor="ctr" anchorCtr="0">
          <a:noAutofit/>
        </a:bodyPr>
        <a:lstStyle/>
        <a:p>
          <a:pPr marL="0" lvl="0" indent="0" algn="ctr" defTabSz="2089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700" kern="1200"/>
            <a:t>1</a:t>
          </a:r>
        </a:p>
      </dsp:txBody>
      <dsp:txXfrm>
        <a:off x="847944" y="469795"/>
        <a:ext cx="692391" cy="692391"/>
      </dsp:txXfrm>
    </dsp:sp>
    <dsp:sp modelId="{F8A8AF1E-0760-4274-9989-13002B97E5E3}">
      <dsp:nvSpPr>
        <dsp:cNvPr id="0" name=""/>
        <dsp:cNvSpPr/>
      </dsp:nvSpPr>
      <dsp:spPr>
        <a:xfrm>
          <a:off x="3002" y="3263892"/>
          <a:ext cx="2382274" cy="72"/>
        </a:xfrm>
        <a:prstGeom prst="rect">
          <a:avLst/>
        </a:prstGeom>
        <a:solidFill>
          <a:schemeClr val="accent2">
            <a:hueOff val="-289417"/>
            <a:satOff val="-2214"/>
            <a:lumOff val="-27"/>
            <a:alphaOff val="0"/>
          </a:schemeClr>
        </a:solidFill>
        <a:ln w="12700" cap="flat" cmpd="sng" algn="ctr">
          <a:solidFill>
            <a:schemeClr val="accent2">
              <a:hueOff val="-289417"/>
              <a:satOff val="-2214"/>
              <a:lumOff val="-27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36B2AA3-8F4B-4B24-84F5-4CEFD5C0B090}">
      <dsp:nvSpPr>
        <dsp:cNvPr id="0" name=""/>
        <dsp:cNvSpPr/>
      </dsp:nvSpPr>
      <dsp:spPr>
        <a:xfrm>
          <a:off x="2623505" y="0"/>
          <a:ext cx="2382274" cy="3263964"/>
        </a:xfrm>
        <a:prstGeom prst="rect">
          <a:avLst/>
        </a:prstGeom>
        <a:solidFill>
          <a:schemeClr val="accent2">
            <a:tint val="40000"/>
            <a:alpha val="90000"/>
            <a:hueOff val="-1079343"/>
            <a:satOff val="-3584"/>
            <a:lumOff val="-329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-1079343"/>
              <a:satOff val="-3584"/>
              <a:lumOff val="-32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5731" tIns="330200" rIns="185731" bIns="33020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i="0" kern="1200"/>
            <a:t>Changing the datatypes of Date/Time Columns into Date/Time Format.</a:t>
          </a:r>
          <a:endParaRPr lang="en-US" sz="1700" kern="1200"/>
        </a:p>
      </dsp:txBody>
      <dsp:txXfrm>
        <a:off x="2623505" y="1240306"/>
        <a:ext cx="2382274" cy="1958378"/>
      </dsp:txXfrm>
    </dsp:sp>
    <dsp:sp modelId="{0BD90493-A710-4075-BB61-892DBA623669}">
      <dsp:nvSpPr>
        <dsp:cNvPr id="0" name=""/>
        <dsp:cNvSpPr/>
      </dsp:nvSpPr>
      <dsp:spPr>
        <a:xfrm>
          <a:off x="3325047" y="326396"/>
          <a:ext cx="979189" cy="979189"/>
        </a:xfrm>
        <a:prstGeom prst="ellipse">
          <a:avLst/>
        </a:prstGeom>
        <a:solidFill>
          <a:schemeClr val="accent2">
            <a:hueOff val="-578835"/>
            <a:satOff val="-4428"/>
            <a:lumOff val="-55"/>
            <a:alphaOff val="0"/>
          </a:schemeClr>
        </a:solidFill>
        <a:ln w="12700" cap="flat" cmpd="sng" algn="ctr">
          <a:solidFill>
            <a:schemeClr val="accent2">
              <a:hueOff val="-578835"/>
              <a:satOff val="-4428"/>
              <a:lumOff val="-5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341" tIns="12700" rIns="76341" bIns="12700" numCol="1" spcCol="1270" anchor="ctr" anchorCtr="0">
          <a:noAutofit/>
        </a:bodyPr>
        <a:lstStyle/>
        <a:p>
          <a:pPr marL="0" lvl="0" indent="0" algn="ctr" defTabSz="2089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700" kern="1200"/>
            <a:t>2</a:t>
          </a:r>
        </a:p>
      </dsp:txBody>
      <dsp:txXfrm>
        <a:off x="3468446" y="469795"/>
        <a:ext cx="692391" cy="692391"/>
      </dsp:txXfrm>
    </dsp:sp>
    <dsp:sp modelId="{716EA7B7-2EB1-4FCD-B4ED-3034ACDCABD5}">
      <dsp:nvSpPr>
        <dsp:cNvPr id="0" name=""/>
        <dsp:cNvSpPr/>
      </dsp:nvSpPr>
      <dsp:spPr>
        <a:xfrm>
          <a:off x="2623505" y="3263892"/>
          <a:ext cx="2382274" cy="72"/>
        </a:xfrm>
        <a:prstGeom prst="rect">
          <a:avLst/>
        </a:prstGeom>
        <a:solidFill>
          <a:schemeClr val="accent2">
            <a:hueOff val="-868252"/>
            <a:satOff val="-6642"/>
            <a:lumOff val="-82"/>
            <a:alphaOff val="0"/>
          </a:schemeClr>
        </a:solidFill>
        <a:ln w="12700" cap="flat" cmpd="sng" algn="ctr">
          <a:solidFill>
            <a:schemeClr val="accent2">
              <a:hueOff val="-868252"/>
              <a:satOff val="-6642"/>
              <a:lumOff val="-8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56876F1-E80D-46E8-B2F4-A20F75DC8A1A}">
      <dsp:nvSpPr>
        <dsp:cNvPr id="0" name=""/>
        <dsp:cNvSpPr/>
      </dsp:nvSpPr>
      <dsp:spPr>
        <a:xfrm>
          <a:off x="5244007" y="0"/>
          <a:ext cx="2382274" cy="3263964"/>
        </a:xfrm>
        <a:prstGeom prst="rect">
          <a:avLst/>
        </a:prstGeom>
        <a:solidFill>
          <a:schemeClr val="accent2">
            <a:tint val="40000"/>
            <a:alpha val="90000"/>
            <a:hueOff val="-2158685"/>
            <a:satOff val="-7169"/>
            <a:lumOff val="-658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-2158685"/>
              <a:satOff val="-7169"/>
              <a:lumOff val="-65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5731" tIns="330200" rIns="185731" bIns="33020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i="0" kern="1200"/>
            <a:t>Checking if there are any null values and replacing them with median of the same column.</a:t>
          </a:r>
          <a:endParaRPr lang="en-US" sz="1700" kern="1200"/>
        </a:p>
      </dsp:txBody>
      <dsp:txXfrm>
        <a:off x="5244007" y="1240306"/>
        <a:ext cx="2382274" cy="1958378"/>
      </dsp:txXfrm>
    </dsp:sp>
    <dsp:sp modelId="{904ED949-30CD-4501-982B-58BBC288AC96}">
      <dsp:nvSpPr>
        <dsp:cNvPr id="0" name=""/>
        <dsp:cNvSpPr/>
      </dsp:nvSpPr>
      <dsp:spPr>
        <a:xfrm>
          <a:off x="5945549" y="326396"/>
          <a:ext cx="979189" cy="979189"/>
        </a:xfrm>
        <a:prstGeom prst="ellipse">
          <a:avLst/>
        </a:prstGeom>
        <a:solidFill>
          <a:schemeClr val="accent2">
            <a:hueOff val="-1157670"/>
            <a:satOff val="-8857"/>
            <a:lumOff val="-110"/>
            <a:alphaOff val="0"/>
          </a:schemeClr>
        </a:solidFill>
        <a:ln w="12700" cap="flat" cmpd="sng" algn="ctr">
          <a:solidFill>
            <a:schemeClr val="accent2">
              <a:hueOff val="-1157670"/>
              <a:satOff val="-8857"/>
              <a:lumOff val="-11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341" tIns="12700" rIns="76341" bIns="12700" numCol="1" spcCol="1270" anchor="ctr" anchorCtr="0">
          <a:noAutofit/>
        </a:bodyPr>
        <a:lstStyle/>
        <a:p>
          <a:pPr marL="0" lvl="0" indent="0" algn="ctr" defTabSz="2089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700" kern="1200"/>
            <a:t>3</a:t>
          </a:r>
        </a:p>
      </dsp:txBody>
      <dsp:txXfrm>
        <a:off x="6088948" y="469795"/>
        <a:ext cx="692391" cy="692391"/>
      </dsp:txXfrm>
    </dsp:sp>
    <dsp:sp modelId="{5E17B4EA-2DFA-4F93-9F5A-A95F99602762}">
      <dsp:nvSpPr>
        <dsp:cNvPr id="0" name=""/>
        <dsp:cNvSpPr/>
      </dsp:nvSpPr>
      <dsp:spPr>
        <a:xfrm>
          <a:off x="5244007" y="3263892"/>
          <a:ext cx="2382274" cy="72"/>
        </a:xfrm>
        <a:prstGeom prst="rect">
          <a:avLst/>
        </a:prstGeom>
        <a:solidFill>
          <a:schemeClr val="accent2">
            <a:hueOff val="-1447087"/>
            <a:satOff val="-11071"/>
            <a:lumOff val="-137"/>
            <a:alphaOff val="0"/>
          </a:schemeClr>
        </a:solidFill>
        <a:ln w="12700" cap="flat" cmpd="sng" algn="ctr">
          <a:solidFill>
            <a:schemeClr val="accent2">
              <a:hueOff val="-1447087"/>
              <a:satOff val="-11071"/>
              <a:lumOff val="-137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F993229-93AA-4CB7-A832-C980AF48D2F6}">
      <dsp:nvSpPr>
        <dsp:cNvPr id="0" name=""/>
        <dsp:cNvSpPr/>
      </dsp:nvSpPr>
      <dsp:spPr>
        <a:xfrm>
          <a:off x="7864509" y="0"/>
          <a:ext cx="2382274" cy="3263964"/>
        </a:xfrm>
        <a:prstGeom prst="rect">
          <a:avLst/>
        </a:prstGeom>
        <a:solidFill>
          <a:schemeClr val="accent2">
            <a:tint val="40000"/>
            <a:alpha val="90000"/>
            <a:hueOff val="-3238028"/>
            <a:satOff val="-10753"/>
            <a:lumOff val="-987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-3238028"/>
              <a:satOff val="-10753"/>
              <a:lumOff val="-987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5731" tIns="330200" rIns="185731" bIns="33020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i="0" kern="1200"/>
            <a:t>Removing duplicates and blank rows in all the tables.</a:t>
          </a:r>
          <a:endParaRPr lang="en-US" sz="1700" kern="1200"/>
        </a:p>
      </dsp:txBody>
      <dsp:txXfrm>
        <a:off x="7864509" y="1240306"/>
        <a:ext cx="2382274" cy="1958378"/>
      </dsp:txXfrm>
    </dsp:sp>
    <dsp:sp modelId="{DAD0EFA6-2BCC-4C68-A22E-4EE9679C25DF}">
      <dsp:nvSpPr>
        <dsp:cNvPr id="0" name=""/>
        <dsp:cNvSpPr/>
      </dsp:nvSpPr>
      <dsp:spPr>
        <a:xfrm>
          <a:off x="8566052" y="326396"/>
          <a:ext cx="979189" cy="979189"/>
        </a:xfrm>
        <a:prstGeom prst="ellipse">
          <a:avLst/>
        </a:prstGeom>
        <a:solidFill>
          <a:schemeClr val="accent2">
            <a:hueOff val="-1736505"/>
            <a:satOff val="-13285"/>
            <a:lumOff val="-165"/>
            <a:alphaOff val="0"/>
          </a:schemeClr>
        </a:solidFill>
        <a:ln w="12700" cap="flat" cmpd="sng" algn="ctr">
          <a:solidFill>
            <a:schemeClr val="accent2">
              <a:hueOff val="-1736505"/>
              <a:satOff val="-13285"/>
              <a:lumOff val="-16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341" tIns="12700" rIns="76341" bIns="12700" numCol="1" spcCol="1270" anchor="ctr" anchorCtr="0">
          <a:noAutofit/>
        </a:bodyPr>
        <a:lstStyle/>
        <a:p>
          <a:pPr marL="0" lvl="0" indent="0" algn="ctr" defTabSz="2089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700" kern="1200"/>
            <a:t>4</a:t>
          </a:r>
        </a:p>
      </dsp:txBody>
      <dsp:txXfrm>
        <a:off x="8709451" y="469795"/>
        <a:ext cx="692391" cy="692391"/>
      </dsp:txXfrm>
    </dsp:sp>
    <dsp:sp modelId="{5682B7A1-3FAC-4571-9A15-479C64F2909D}">
      <dsp:nvSpPr>
        <dsp:cNvPr id="0" name=""/>
        <dsp:cNvSpPr/>
      </dsp:nvSpPr>
      <dsp:spPr>
        <a:xfrm>
          <a:off x="7864509" y="3263892"/>
          <a:ext cx="2382274" cy="72"/>
        </a:xfrm>
        <a:prstGeom prst="rect">
          <a:avLst/>
        </a:prstGeom>
        <a:solidFill>
          <a:schemeClr val="accent2">
            <a:hueOff val="-2025922"/>
            <a:satOff val="-15499"/>
            <a:lumOff val="-192"/>
            <a:alphaOff val="0"/>
          </a:schemeClr>
        </a:solidFill>
        <a:ln w="12700" cap="flat" cmpd="sng" algn="ctr">
          <a:solidFill>
            <a:schemeClr val="accent2">
              <a:hueOff val="-2025922"/>
              <a:satOff val="-15499"/>
              <a:lumOff val="-19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6/7/layout/BasicLinearProcessNumbered">
  <dgm:title val="Basic Linear Process Numbered"/>
  <dgm:desc val="Used to show a progression; a timeline; sequential steps in a task, process, or workflow; or to emphasize movement or direction. Automatic numbers have been introduced to show the steps of the process which appears in a circle. Level 1 and Level 2 text appear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1"/>
      <dgm:constr type="primFontSz" for="des" forName="sibTransNodeCircle" op="equ"/>
      <dgm:constr type="primFontSz" for="des" forName="nodeText" op="equ"/>
      <dgm:constr type="h" for="des" forName="sibTransNodeCircle" op="equ"/>
      <dgm:constr type="w" for="des" forName="sibTransNodeCircle" op="equ"/>
    </dgm:constrLst>
    <dgm:ruleLst>
      <dgm:rule type="h" val="NaN" fact="1.2" max="NaN"/>
    </dgm:ruleLst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4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h" for="ch" forName="sibTransNodeCircle" refType="h" refFor="ch" refForName="bgRect" fact="0.3"/>
          <dgm:constr type="w" for="ch" forName="sibTransNodeCircle" refType="h" refFor="ch" refForName="sibTransNodeCircle"/>
          <dgm:constr type="ctrX" for="ch" forName="sibTransNodeCircle" refType="w" fact="0.5"/>
          <dgm:constr type="ctrY" for="ch" forName="sibTransNodeCircle" refType="h" fact="0.25"/>
          <dgm:constr type="r" for="ch" forName="nodeText" refType="r" refFor="ch" refForName="bgRect"/>
          <dgm:constr type="h" for="ch" forName="nodeText" refType="h" refFor="ch" refForName="bgRect" fact="0.6"/>
          <dgm:constr type="t" for="ch" forName="nodeText" refType="h" refFor="ch" refForName="bgRect" fact="0.38"/>
          <dgm:constr type="b" for="ch" forName="bottomLine" refType="b" refFor="ch" refForName="bgRect"/>
          <dgm:constr type="w" for="ch" forName="bottomLine" refType="w" refFor="ch" refForName="bgRect"/>
          <dgm:constr type="h" for="ch" forName="bottomLine" val="0.002"/>
        </dgm:constrLst>
        <dgm:ruleLst/>
        <dgm:layoutNode name="bgRect" styleLbl="bgAccFollowNode1">
          <dgm:alg type="sp"/>
          <dgm:shape xmlns:r="http://schemas.openxmlformats.org/officeDocument/2006/relationships" type="rect" r:blip="">
            <dgm:adjLst/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Circle" styleLbl="alignNode1">
            <dgm:varLst>
              <dgm:chMax val="0"/>
              <dgm:bulletEnabled/>
            </dgm:varLst>
            <dgm:presOf axis="self" ptType="sibTrans"/>
            <dgm:alg type="tx">
              <dgm:param type="txAnchorVert" val="mid"/>
              <dgm:param type="txAnchorHorzCh" val="ctr"/>
            </dgm:alg>
            <dgm:shape xmlns:r="http://schemas.openxmlformats.org/officeDocument/2006/relationships" type="ellipse" r:blip="">
              <dgm:adjLst/>
            </dgm:shape>
            <dgm:constrLst>
              <dgm:constr type="w" refType="h" op="lte"/>
              <dgm:constr type="primFontSz" val="48"/>
              <dgm:constr type="tMarg" val="1"/>
              <dgm:constr type="lMarg" refType="w" fact="0.221"/>
              <dgm:constr type="rMarg" refType="w" fact="0.221"/>
              <dgm:constr type="bMarg" val="1"/>
            </dgm:constrLst>
            <dgm:ruleLst>
              <dgm:rule type="primFontSz" val="14" fact="NaN" max="NaN"/>
            </dgm:ruleLst>
          </dgm:layoutNode>
        </dgm:forEach>
        <dgm:layoutNode name="bottomLine" styleLbl="alignNode1">
          <dgm:varLst/>
          <dgm:presOf/>
          <dgm:alg type="sp"/>
          <dgm:shape xmlns:r="http://schemas.openxmlformats.org/officeDocument/2006/relationships" type="rect" r:blip="">
            <dgm:adjLst/>
          </dgm:shape>
          <dgm:constrLst/>
          <dgm:ruleLst/>
        </dgm:layoutNode>
        <dgm:layoutNode name="nodeText" styleLbl="bgAccFollow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-1" hideGeom="1">
            <dgm:adjLst/>
          </dgm:shape>
          <dgm:presOf axis="desOrSelf" ptType="node"/>
          <dgm:constrLst>
            <dgm:constr type="primFontSz" val="26"/>
            <dgm:constr type="tMarg" val="26"/>
            <dgm:constr type="lMarg" refType="w" fact="0.221"/>
            <dgm:constr type="rMarg" refType="w" fact="0.221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0">
            <a:buAutoNum type="arabicParenBoth"/>
          </dgm1611:buPr>
        </dgm1611:autoBuNodeInfo>
      </dgm1611:autoBuNodeInfoLst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3E2151D-A04F-43E8-AF81-2676043A9F1C}" type="datetimeFigureOut">
              <a:rPr lang="en-US" smtClean="0"/>
              <a:t>3/4/2025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50EC08B-94A6-4980-B172-3F9FB9713A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66906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let    </a:t>
            </a:r>
            <a:r>
              <a:rPr lang="en-US" dirty="0" err="1"/>
              <a:t>TimeText</a:t>
            </a:r>
            <a:r>
              <a:rPr lang="en-US" dirty="0"/>
              <a:t> = </a:t>
            </a:r>
            <a:r>
              <a:rPr lang="en-US" dirty="0" err="1"/>
              <a:t>Text.PadStart</a:t>
            </a:r>
            <a:r>
              <a:rPr lang="en-US" dirty="0"/>
              <a:t>(</a:t>
            </a:r>
            <a:r>
              <a:rPr lang="en-US" dirty="0" err="1"/>
              <a:t>Text.From</a:t>
            </a:r>
            <a:r>
              <a:rPr lang="en-US" dirty="0"/>
              <a:t>([Time]), 4, "0"),  // Ensures "600" becomes "0600"    Hours = </a:t>
            </a:r>
            <a:r>
              <a:rPr lang="en-US" dirty="0" err="1"/>
              <a:t>Number.From</a:t>
            </a:r>
            <a:r>
              <a:rPr lang="en-US" dirty="0"/>
              <a:t>(</a:t>
            </a:r>
            <a:r>
              <a:rPr lang="en-US" dirty="0" err="1"/>
              <a:t>Text.Start</a:t>
            </a:r>
            <a:r>
              <a:rPr lang="en-US" dirty="0"/>
              <a:t>(</a:t>
            </a:r>
            <a:r>
              <a:rPr lang="en-US" dirty="0" err="1"/>
              <a:t>TimeText</a:t>
            </a:r>
            <a:r>
              <a:rPr lang="en-US" dirty="0"/>
              <a:t>, 2)),  // Extracts the first two digits as hours    Minutes = </a:t>
            </a:r>
            <a:r>
              <a:rPr lang="en-US" dirty="0" err="1"/>
              <a:t>Number.From</a:t>
            </a:r>
            <a:r>
              <a:rPr lang="en-US" dirty="0"/>
              <a:t>(</a:t>
            </a:r>
            <a:r>
              <a:rPr lang="en-US" dirty="0" err="1"/>
              <a:t>Text.End</a:t>
            </a:r>
            <a:r>
              <a:rPr lang="en-US" dirty="0"/>
              <a:t>(</a:t>
            </a:r>
            <a:r>
              <a:rPr lang="en-US" dirty="0" err="1"/>
              <a:t>TimeText</a:t>
            </a:r>
            <a:r>
              <a:rPr lang="en-US" dirty="0"/>
              <a:t>, 2)),  // Extracts the last two digits as minutes    </a:t>
            </a:r>
            <a:r>
              <a:rPr lang="en-US" dirty="0" err="1"/>
              <a:t>TimeValue</a:t>
            </a:r>
            <a:r>
              <a:rPr lang="en-US" dirty="0"/>
              <a:t> = #time(Hours, Minutes, 0)  // Converts to Time </a:t>
            </a:r>
            <a:r>
              <a:rPr lang="en-US" dirty="0" err="1"/>
              <a:t>formatin</a:t>
            </a:r>
            <a:r>
              <a:rPr lang="en-US" dirty="0"/>
              <a:t>    </a:t>
            </a:r>
            <a:r>
              <a:rPr lang="en-US" dirty="0" err="1"/>
              <a:t>TimeValue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0EC08B-94A6-4980-B172-3F9FB9713A1A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254906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0EC08B-94A6-4980-B172-3F9FB9713A1A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482671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0EC08B-94A6-4980-B172-3F9FB9713A1A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59737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roup 42">
            <a:extLst>
              <a:ext uri="{FF2B5EF4-FFF2-40B4-BE49-F238E27FC236}">
                <a16:creationId xmlns:a16="http://schemas.microsoft.com/office/drawing/2014/main" id="{EB46B8FB-F6A2-5F47-A6CD-A7E17E69270F}"/>
              </a:ext>
            </a:extLst>
          </p:cNvPr>
          <p:cNvGrpSpPr/>
          <p:nvPr/>
        </p:nvGrpSpPr>
        <p:grpSpPr>
          <a:xfrm>
            <a:off x="6201388" y="0"/>
            <a:ext cx="5990612" cy="6858001"/>
            <a:chOff x="6201388" y="0"/>
            <a:chExt cx="5990612" cy="6858001"/>
          </a:xfrm>
        </p:grpSpPr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419BDE93-3EC2-4E4D-BC0B-417378F49EDA}"/>
                </a:ext>
              </a:extLst>
            </p:cNvPr>
            <p:cNvSpPr/>
            <p:nvPr/>
          </p:nvSpPr>
          <p:spPr>
            <a:xfrm>
              <a:off x="6201388" y="354939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Freeform 46">
              <a:extLst>
                <a:ext uri="{FF2B5EF4-FFF2-40B4-BE49-F238E27FC236}">
                  <a16:creationId xmlns:a16="http://schemas.microsoft.com/office/drawing/2014/main" id="{FE21F82F-1EE5-8240-97F8-387DF0253FCE}"/>
                </a:ext>
              </a:extLst>
            </p:cNvPr>
            <p:cNvSpPr/>
            <p:nvPr/>
          </p:nvSpPr>
          <p:spPr>
            <a:xfrm>
              <a:off x="6201389" y="1"/>
              <a:ext cx="1130725" cy="565575"/>
            </a:xfrm>
            <a:custGeom>
              <a:avLst/>
              <a:gdLst>
                <a:gd name="connsiteX0" fmla="*/ 21 w 1130725"/>
                <a:gd name="connsiteY0" fmla="*/ 0 h 565575"/>
                <a:gd name="connsiteX1" fmla="*/ 1130704 w 1130725"/>
                <a:gd name="connsiteY1" fmla="*/ 0 h 565575"/>
                <a:gd name="connsiteX2" fmla="*/ 1130725 w 1130725"/>
                <a:gd name="connsiteY2" fmla="*/ 213 h 565575"/>
                <a:gd name="connsiteX3" fmla="*/ 565362 w 1130725"/>
                <a:gd name="connsiteY3" fmla="*/ 565575 h 565575"/>
                <a:gd name="connsiteX4" fmla="*/ 0 w 1130725"/>
                <a:gd name="connsiteY4" fmla="*/ 213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5" h="565575">
                  <a:moveTo>
                    <a:pt x="21" y="0"/>
                  </a:moveTo>
                  <a:lnTo>
                    <a:pt x="1130704" y="0"/>
                  </a:lnTo>
                  <a:lnTo>
                    <a:pt x="1130725" y="213"/>
                  </a:lnTo>
                  <a:cubicBezTo>
                    <a:pt x="1130725" y="312454"/>
                    <a:pt x="877604" y="565575"/>
                    <a:pt x="565362" y="565575"/>
                  </a:cubicBezTo>
                  <a:cubicBezTo>
                    <a:pt x="253121" y="565575"/>
                    <a:pt x="0" y="312454"/>
                    <a:pt x="0" y="21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9" name="Freeform 48">
              <a:extLst>
                <a:ext uri="{FF2B5EF4-FFF2-40B4-BE49-F238E27FC236}">
                  <a16:creationId xmlns:a16="http://schemas.microsoft.com/office/drawing/2014/main" id="{AE1903E3-6B5F-6B4C-9A1F-62628A050AEB}"/>
                </a:ext>
              </a:extLst>
            </p:cNvPr>
            <p:cNvSpPr/>
            <p:nvPr/>
          </p:nvSpPr>
          <p:spPr>
            <a:xfrm>
              <a:off x="7564255" y="6292426"/>
              <a:ext cx="1130723" cy="565575"/>
            </a:xfrm>
            <a:custGeom>
              <a:avLst/>
              <a:gdLst>
                <a:gd name="connsiteX0" fmla="*/ 565362 w 1130723"/>
                <a:gd name="connsiteY0" fmla="*/ 0 h 565575"/>
                <a:gd name="connsiteX1" fmla="*/ 1130723 w 1130723"/>
                <a:gd name="connsiteY1" fmla="*/ 565362 h 565575"/>
                <a:gd name="connsiteX2" fmla="*/ 1130702 w 1130723"/>
                <a:gd name="connsiteY2" fmla="*/ 565575 h 565575"/>
                <a:gd name="connsiteX3" fmla="*/ 21 w 1130723"/>
                <a:gd name="connsiteY3" fmla="*/ 565575 h 565575"/>
                <a:gd name="connsiteX4" fmla="*/ 0 w 1130723"/>
                <a:gd name="connsiteY4" fmla="*/ 565362 h 565575"/>
                <a:gd name="connsiteX5" fmla="*/ 565362 w 1130723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3" h="565575">
                  <a:moveTo>
                    <a:pt x="565362" y="0"/>
                  </a:moveTo>
                  <a:cubicBezTo>
                    <a:pt x="877602" y="0"/>
                    <a:pt x="1130723" y="253121"/>
                    <a:pt x="1130723" y="565362"/>
                  </a:cubicBezTo>
                  <a:lnTo>
                    <a:pt x="1130702" y="565575"/>
                  </a:lnTo>
                  <a:lnTo>
                    <a:pt x="21" y="565575"/>
                  </a:lnTo>
                  <a:lnTo>
                    <a:pt x="0" y="565362"/>
                  </a:lnTo>
                  <a:cubicBezTo>
                    <a:pt x="0" y="253121"/>
                    <a:pt x="253120" y="0"/>
                    <a:pt x="565362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F7C55863-3B37-0743-B001-1A970033FBA8}"/>
                </a:ext>
              </a:extLst>
            </p:cNvPr>
            <p:cNvSpPr/>
            <p:nvPr/>
          </p:nvSpPr>
          <p:spPr>
            <a:xfrm>
              <a:off x="7564253" y="354939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Oval 59">
              <a:extLst>
                <a:ext uri="{FF2B5EF4-FFF2-40B4-BE49-F238E27FC236}">
                  <a16:creationId xmlns:a16="http://schemas.microsoft.com/office/drawing/2014/main" id="{932B4C24-3A58-924C-B79A-D961EF7C2C48}"/>
                </a:ext>
              </a:extLst>
            </p:cNvPr>
            <p:cNvSpPr/>
            <p:nvPr/>
          </p:nvSpPr>
          <p:spPr>
            <a:xfrm>
              <a:off x="7564253" y="2177881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Oval 62">
              <a:extLst>
                <a:ext uri="{FF2B5EF4-FFF2-40B4-BE49-F238E27FC236}">
                  <a16:creationId xmlns:a16="http://schemas.microsoft.com/office/drawing/2014/main" id="{21EF52E0-D2CF-544F-93A6-4D7B45A0483A}"/>
                </a:ext>
              </a:extLst>
            </p:cNvPr>
            <p:cNvSpPr/>
            <p:nvPr/>
          </p:nvSpPr>
          <p:spPr>
            <a:xfrm>
              <a:off x="7564253" y="806366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Freeform 63">
              <a:extLst>
                <a:ext uri="{FF2B5EF4-FFF2-40B4-BE49-F238E27FC236}">
                  <a16:creationId xmlns:a16="http://schemas.microsoft.com/office/drawing/2014/main" id="{6966CFE5-1C8C-2E4F-9B2D-A8438F5A5322}"/>
                </a:ext>
              </a:extLst>
            </p:cNvPr>
            <p:cNvSpPr/>
            <p:nvPr/>
          </p:nvSpPr>
          <p:spPr>
            <a:xfrm>
              <a:off x="7564254" y="1"/>
              <a:ext cx="1130725" cy="565575"/>
            </a:xfrm>
            <a:custGeom>
              <a:avLst/>
              <a:gdLst>
                <a:gd name="connsiteX0" fmla="*/ 21 w 1130725"/>
                <a:gd name="connsiteY0" fmla="*/ 0 h 565575"/>
                <a:gd name="connsiteX1" fmla="*/ 1130704 w 1130725"/>
                <a:gd name="connsiteY1" fmla="*/ 0 h 565575"/>
                <a:gd name="connsiteX2" fmla="*/ 1130725 w 1130725"/>
                <a:gd name="connsiteY2" fmla="*/ 213 h 565575"/>
                <a:gd name="connsiteX3" fmla="*/ 565363 w 1130725"/>
                <a:gd name="connsiteY3" fmla="*/ 565575 h 565575"/>
                <a:gd name="connsiteX4" fmla="*/ 0 w 1130725"/>
                <a:gd name="connsiteY4" fmla="*/ 213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5" h="565575">
                  <a:moveTo>
                    <a:pt x="21" y="0"/>
                  </a:moveTo>
                  <a:lnTo>
                    <a:pt x="1130704" y="0"/>
                  </a:lnTo>
                  <a:lnTo>
                    <a:pt x="1130725" y="213"/>
                  </a:lnTo>
                  <a:cubicBezTo>
                    <a:pt x="1130725" y="312454"/>
                    <a:pt x="877603" y="565575"/>
                    <a:pt x="565363" y="565575"/>
                  </a:cubicBezTo>
                  <a:cubicBezTo>
                    <a:pt x="253121" y="565575"/>
                    <a:pt x="0" y="312454"/>
                    <a:pt x="0" y="21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5" name="Freeform 64">
              <a:extLst>
                <a:ext uri="{FF2B5EF4-FFF2-40B4-BE49-F238E27FC236}">
                  <a16:creationId xmlns:a16="http://schemas.microsoft.com/office/drawing/2014/main" id="{9FD29EF3-A5B2-554A-A307-6BE1BCE8AF03}"/>
                </a:ext>
              </a:extLst>
            </p:cNvPr>
            <p:cNvSpPr/>
            <p:nvPr/>
          </p:nvSpPr>
          <p:spPr>
            <a:xfrm>
              <a:off x="8927118" y="6292426"/>
              <a:ext cx="1130724" cy="565575"/>
            </a:xfrm>
            <a:custGeom>
              <a:avLst/>
              <a:gdLst>
                <a:gd name="connsiteX0" fmla="*/ 565362 w 1130724"/>
                <a:gd name="connsiteY0" fmla="*/ 0 h 565575"/>
                <a:gd name="connsiteX1" fmla="*/ 1130724 w 1130724"/>
                <a:gd name="connsiteY1" fmla="*/ 565362 h 565575"/>
                <a:gd name="connsiteX2" fmla="*/ 1130703 w 1130724"/>
                <a:gd name="connsiteY2" fmla="*/ 565575 h 565575"/>
                <a:gd name="connsiteX3" fmla="*/ 22 w 1130724"/>
                <a:gd name="connsiteY3" fmla="*/ 565575 h 565575"/>
                <a:gd name="connsiteX4" fmla="*/ 0 w 1130724"/>
                <a:gd name="connsiteY4" fmla="*/ 565362 h 565575"/>
                <a:gd name="connsiteX5" fmla="*/ 565362 w 1130724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4" h="565575">
                  <a:moveTo>
                    <a:pt x="565362" y="0"/>
                  </a:moveTo>
                  <a:cubicBezTo>
                    <a:pt x="877603" y="0"/>
                    <a:pt x="1130724" y="253121"/>
                    <a:pt x="1130724" y="565362"/>
                  </a:cubicBezTo>
                  <a:lnTo>
                    <a:pt x="1130703" y="565575"/>
                  </a:lnTo>
                  <a:lnTo>
                    <a:pt x="22" y="565575"/>
                  </a:lnTo>
                  <a:lnTo>
                    <a:pt x="0" y="565362"/>
                  </a:lnTo>
                  <a:cubicBezTo>
                    <a:pt x="0" y="253121"/>
                    <a:pt x="253121" y="0"/>
                    <a:pt x="56536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7" name="Oval 66">
              <a:extLst>
                <a:ext uri="{FF2B5EF4-FFF2-40B4-BE49-F238E27FC236}">
                  <a16:creationId xmlns:a16="http://schemas.microsoft.com/office/drawing/2014/main" id="{AC1ECAD8-0CF2-934D-AA1E-C108208CDE6F}"/>
                </a:ext>
              </a:extLst>
            </p:cNvPr>
            <p:cNvSpPr/>
            <p:nvPr/>
          </p:nvSpPr>
          <p:spPr>
            <a:xfrm>
              <a:off x="8927118" y="4920911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Oval 67">
              <a:extLst>
                <a:ext uri="{FF2B5EF4-FFF2-40B4-BE49-F238E27FC236}">
                  <a16:creationId xmlns:a16="http://schemas.microsoft.com/office/drawing/2014/main" id="{DB14DED1-3A58-8C4D-902E-2A9F34043F61}"/>
                </a:ext>
              </a:extLst>
            </p:cNvPr>
            <p:cNvSpPr/>
            <p:nvPr/>
          </p:nvSpPr>
          <p:spPr>
            <a:xfrm>
              <a:off x="8927118" y="3549396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Oval 68">
              <a:extLst>
                <a:ext uri="{FF2B5EF4-FFF2-40B4-BE49-F238E27FC236}">
                  <a16:creationId xmlns:a16="http://schemas.microsoft.com/office/drawing/2014/main" id="{65D65157-5719-0341-A807-A8956595FB4C}"/>
                </a:ext>
              </a:extLst>
            </p:cNvPr>
            <p:cNvSpPr/>
            <p:nvPr/>
          </p:nvSpPr>
          <p:spPr>
            <a:xfrm>
              <a:off x="8927118" y="2177881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Oval 69">
              <a:extLst>
                <a:ext uri="{FF2B5EF4-FFF2-40B4-BE49-F238E27FC236}">
                  <a16:creationId xmlns:a16="http://schemas.microsoft.com/office/drawing/2014/main" id="{A7F23F74-B777-2A4C-8EF9-E798880D5942}"/>
                </a:ext>
              </a:extLst>
            </p:cNvPr>
            <p:cNvSpPr/>
            <p:nvPr/>
          </p:nvSpPr>
          <p:spPr>
            <a:xfrm>
              <a:off x="8927118" y="80636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Freeform 70">
              <a:extLst>
                <a:ext uri="{FF2B5EF4-FFF2-40B4-BE49-F238E27FC236}">
                  <a16:creationId xmlns:a16="http://schemas.microsoft.com/office/drawing/2014/main" id="{E3B9A050-0AE1-1D4B-A2AC-6EEF64B106D9}"/>
                </a:ext>
              </a:extLst>
            </p:cNvPr>
            <p:cNvSpPr/>
            <p:nvPr/>
          </p:nvSpPr>
          <p:spPr>
            <a:xfrm>
              <a:off x="8927117" y="0"/>
              <a:ext cx="1130726" cy="565576"/>
            </a:xfrm>
            <a:custGeom>
              <a:avLst/>
              <a:gdLst>
                <a:gd name="connsiteX0" fmla="*/ 22 w 1130726"/>
                <a:gd name="connsiteY0" fmla="*/ 0 h 565576"/>
                <a:gd name="connsiteX1" fmla="*/ 1130704 w 1130726"/>
                <a:gd name="connsiteY1" fmla="*/ 0 h 565576"/>
                <a:gd name="connsiteX2" fmla="*/ 1130726 w 1130726"/>
                <a:gd name="connsiteY2" fmla="*/ 214 h 565576"/>
                <a:gd name="connsiteX3" fmla="*/ 565363 w 1130726"/>
                <a:gd name="connsiteY3" fmla="*/ 565576 h 565576"/>
                <a:gd name="connsiteX4" fmla="*/ 0 w 1130726"/>
                <a:gd name="connsiteY4" fmla="*/ 214 h 565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6" h="565576">
                  <a:moveTo>
                    <a:pt x="22" y="0"/>
                  </a:moveTo>
                  <a:lnTo>
                    <a:pt x="1130704" y="0"/>
                  </a:lnTo>
                  <a:lnTo>
                    <a:pt x="1130726" y="214"/>
                  </a:lnTo>
                  <a:cubicBezTo>
                    <a:pt x="1130726" y="312455"/>
                    <a:pt x="877604" y="565576"/>
                    <a:pt x="565363" y="565576"/>
                  </a:cubicBezTo>
                  <a:cubicBezTo>
                    <a:pt x="253122" y="565576"/>
                    <a:pt x="0" y="312455"/>
                    <a:pt x="0" y="21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2" name="Freeform 71">
              <a:extLst>
                <a:ext uri="{FF2B5EF4-FFF2-40B4-BE49-F238E27FC236}">
                  <a16:creationId xmlns:a16="http://schemas.microsoft.com/office/drawing/2014/main" id="{C424FE38-F803-8D47-BF56-1B18EC2B1F03}"/>
                </a:ext>
              </a:extLst>
            </p:cNvPr>
            <p:cNvSpPr/>
            <p:nvPr/>
          </p:nvSpPr>
          <p:spPr>
            <a:xfrm>
              <a:off x="10289984" y="6292426"/>
              <a:ext cx="1130724" cy="565575"/>
            </a:xfrm>
            <a:custGeom>
              <a:avLst/>
              <a:gdLst>
                <a:gd name="connsiteX0" fmla="*/ 565362 w 1130724"/>
                <a:gd name="connsiteY0" fmla="*/ 0 h 565575"/>
                <a:gd name="connsiteX1" fmla="*/ 1130724 w 1130724"/>
                <a:gd name="connsiteY1" fmla="*/ 565362 h 565575"/>
                <a:gd name="connsiteX2" fmla="*/ 1130703 w 1130724"/>
                <a:gd name="connsiteY2" fmla="*/ 565575 h 565575"/>
                <a:gd name="connsiteX3" fmla="*/ 21 w 1130724"/>
                <a:gd name="connsiteY3" fmla="*/ 565575 h 565575"/>
                <a:gd name="connsiteX4" fmla="*/ 0 w 1130724"/>
                <a:gd name="connsiteY4" fmla="*/ 565362 h 565575"/>
                <a:gd name="connsiteX5" fmla="*/ 565362 w 1130724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4" h="565575">
                  <a:moveTo>
                    <a:pt x="565362" y="0"/>
                  </a:moveTo>
                  <a:cubicBezTo>
                    <a:pt x="877603" y="0"/>
                    <a:pt x="1130724" y="253121"/>
                    <a:pt x="1130724" y="565362"/>
                  </a:cubicBezTo>
                  <a:lnTo>
                    <a:pt x="1130703" y="565575"/>
                  </a:lnTo>
                  <a:lnTo>
                    <a:pt x="21" y="565575"/>
                  </a:lnTo>
                  <a:lnTo>
                    <a:pt x="0" y="565362"/>
                  </a:lnTo>
                  <a:cubicBezTo>
                    <a:pt x="0" y="253121"/>
                    <a:pt x="253121" y="0"/>
                    <a:pt x="565362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3" name="Oval 72">
              <a:extLst>
                <a:ext uri="{FF2B5EF4-FFF2-40B4-BE49-F238E27FC236}">
                  <a16:creationId xmlns:a16="http://schemas.microsoft.com/office/drawing/2014/main" id="{E37187F2-9212-0641-97D0-1ACD50B748A8}"/>
                </a:ext>
              </a:extLst>
            </p:cNvPr>
            <p:cNvSpPr/>
            <p:nvPr/>
          </p:nvSpPr>
          <p:spPr>
            <a:xfrm>
              <a:off x="10289984" y="4920911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Oval 73">
              <a:extLst>
                <a:ext uri="{FF2B5EF4-FFF2-40B4-BE49-F238E27FC236}">
                  <a16:creationId xmlns:a16="http://schemas.microsoft.com/office/drawing/2014/main" id="{C760C651-2AC4-564E-BEAA-AB7FAFE7F79F}"/>
                </a:ext>
              </a:extLst>
            </p:cNvPr>
            <p:cNvSpPr/>
            <p:nvPr/>
          </p:nvSpPr>
          <p:spPr>
            <a:xfrm>
              <a:off x="10289984" y="354939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5" name="Oval 74">
              <a:extLst>
                <a:ext uri="{FF2B5EF4-FFF2-40B4-BE49-F238E27FC236}">
                  <a16:creationId xmlns:a16="http://schemas.microsoft.com/office/drawing/2014/main" id="{58B0A1B8-5BA3-3548-9511-B4904D05264B}"/>
                </a:ext>
              </a:extLst>
            </p:cNvPr>
            <p:cNvSpPr/>
            <p:nvPr/>
          </p:nvSpPr>
          <p:spPr>
            <a:xfrm>
              <a:off x="10289984" y="80636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6" name="Freeform 75">
              <a:extLst>
                <a:ext uri="{FF2B5EF4-FFF2-40B4-BE49-F238E27FC236}">
                  <a16:creationId xmlns:a16="http://schemas.microsoft.com/office/drawing/2014/main" id="{424CD779-EE9A-214D-9488-767327E373AA}"/>
                </a:ext>
              </a:extLst>
            </p:cNvPr>
            <p:cNvSpPr/>
            <p:nvPr/>
          </p:nvSpPr>
          <p:spPr>
            <a:xfrm>
              <a:off x="10289983" y="0"/>
              <a:ext cx="1130726" cy="565576"/>
            </a:xfrm>
            <a:custGeom>
              <a:avLst/>
              <a:gdLst>
                <a:gd name="connsiteX0" fmla="*/ 21 w 1130726"/>
                <a:gd name="connsiteY0" fmla="*/ 0 h 565576"/>
                <a:gd name="connsiteX1" fmla="*/ 1130704 w 1130726"/>
                <a:gd name="connsiteY1" fmla="*/ 0 h 565576"/>
                <a:gd name="connsiteX2" fmla="*/ 1130726 w 1130726"/>
                <a:gd name="connsiteY2" fmla="*/ 214 h 565576"/>
                <a:gd name="connsiteX3" fmla="*/ 565363 w 1130726"/>
                <a:gd name="connsiteY3" fmla="*/ 565576 h 565576"/>
                <a:gd name="connsiteX4" fmla="*/ 0 w 1130726"/>
                <a:gd name="connsiteY4" fmla="*/ 214 h 565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6" h="565576">
                  <a:moveTo>
                    <a:pt x="21" y="0"/>
                  </a:moveTo>
                  <a:lnTo>
                    <a:pt x="1130704" y="0"/>
                  </a:lnTo>
                  <a:lnTo>
                    <a:pt x="1130726" y="214"/>
                  </a:lnTo>
                  <a:cubicBezTo>
                    <a:pt x="1130726" y="312455"/>
                    <a:pt x="877604" y="565576"/>
                    <a:pt x="565363" y="565576"/>
                  </a:cubicBezTo>
                  <a:cubicBezTo>
                    <a:pt x="253122" y="565576"/>
                    <a:pt x="0" y="312455"/>
                    <a:pt x="0" y="214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7" name="Freeform 76">
              <a:extLst>
                <a:ext uri="{FF2B5EF4-FFF2-40B4-BE49-F238E27FC236}">
                  <a16:creationId xmlns:a16="http://schemas.microsoft.com/office/drawing/2014/main" id="{630D08C6-9EFB-8540-875F-2A55DED2AAE3}"/>
                </a:ext>
              </a:extLst>
            </p:cNvPr>
            <p:cNvSpPr/>
            <p:nvPr/>
          </p:nvSpPr>
          <p:spPr>
            <a:xfrm>
              <a:off x="11652854" y="6295069"/>
              <a:ext cx="539146" cy="562931"/>
            </a:xfrm>
            <a:custGeom>
              <a:avLst/>
              <a:gdLst>
                <a:gd name="connsiteX0" fmla="*/ 539146 w 539146"/>
                <a:gd name="connsiteY0" fmla="*/ 0 h 562931"/>
                <a:gd name="connsiteX1" fmla="*/ 539146 w 539146"/>
                <a:gd name="connsiteY1" fmla="*/ 562931 h 562931"/>
                <a:gd name="connsiteX2" fmla="*/ 21 w 539146"/>
                <a:gd name="connsiteY2" fmla="*/ 562931 h 562931"/>
                <a:gd name="connsiteX3" fmla="*/ 0 w 539146"/>
                <a:gd name="connsiteY3" fmla="*/ 562719 h 562931"/>
                <a:gd name="connsiteX4" fmla="*/ 451422 w 539146"/>
                <a:gd name="connsiteY4" fmla="*/ 8843 h 5629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6" h="562931">
                  <a:moveTo>
                    <a:pt x="539146" y="0"/>
                  </a:moveTo>
                  <a:lnTo>
                    <a:pt x="539146" y="562931"/>
                  </a:lnTo>
                  <a:lnTo>
                    <a:pt x="21" y="562931"/>
                  </a:lnTo>
                  <a:lnTo>
                    <a:pt x="0" y="562719"/>
                  </a:lnTo>
                  <a:cubicBezTo>
                    <a:pt x="0" y="289508"/>
                    <a:pt x="193796" y="61561"/>
                    <a:pt x="451422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8" name="Freeform 77">
              <a:extLst>
                <a:ext uri="{FF2B5EF4-FFF2-40B4-BE49-F238E27FC236}">
                  <a16:creationId xmlns:a16="http://schemas.microsoft.com/office/drawing/2014/main" id="{D7E8DA86-1294-4641-9C52-6E153150641C}"/>
                </a:ext>
              </a:extLst>
            </p:cNvPr>
            <p:cNvSpPr/>
            <p:nvPr/>
          </p:nvSpPr>
          <p:spPr>
            <a:xfrm>
              <a:off x="11652853" y="4923555"/>
              <a:ext cx="539147" cy="1125439"/>
            </a:xfrm>
            <a:custGeom>
              <a:avLst/>
              <a:gdLst>
                <a:gd name="connsiteX0" fmla="*/ 539147 w 539147"/>
                <a:gd name="connsiteY0" fmla="*/ 0 h 1125439"/>
                <a:gd name="connsiteX1" fmla="*/ 539147 w 539147"/>
                <a:gd name="connsiteY1" fmla="*/ 1125439 h 1125439"/>
                <a:gd name="connsiteX2" fmla="*/ 451423 w 539147"/>
                <a:gd name="connsiteY2" fmla="*/ 1116595 h 1125439"/>
                <a:gd name="connsiteX3" fmla="*/ 0 w 539147"/>
                <a:gd name="connsiteY3" fmla="*/ 562719 h 1125439"/>
                <a:gd name="connsiteX4" fmla="*/ 451423 w 539147"/>
                <a:gd name="connsiteY4" fmla="*/ 8843 h 1125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9">
                  <a:moveTo>
                    <a:pt x="539147" y="0"/>
                  </a:moveTo>
                  <a:lnTo>
                    <a:pt x="539147" y="1125439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9" name="Freeform 78">
              <a:extLst>
                <a:ext uri="{FF2B5EF4-FFF2-40B4-BE49-F238E27FC236}">
                  <a16:creationId xmlns:a16="http://schemas.microsoft.com/office/drawing/2014/main" id="{011063C9-2A43-3348-A018-F27FACAA778D}"/>
                </a:ext>
              </a:extLst>
            </p:cNvPr>
            <p:cNvSpPr/>
            <p:nvPr/>
          </p:nvSpPr>
          <p:spPr>
            <a:xfrm>
              <a:off x="11652853" y="3552039"/>
              <a:ext cx="539147" cy="1125438"/>
            </a:xfrm>
            <a:custGeom>
              <a:avLst/>
              <a:gdLst>
                <a:gd name="connsiteX0" fmla="*/ 539147 w 539147"/>
                <a:gd name="connsiteY0" fmla="*/ 0 h 1125438"/>
                <a:gd name="connsiteX1" fmla="*/ 539147 w 539147"/>
                <a:gd name="connsiteY1" fmla="*/ 1125438 h 1125438"/>
                <a:gd name="connsiteX2" fmla="*/ 451423 w 539147"/>
                <a:gd name="connsiteY2" fmla="*/ 1116595 h 1125438"/>
                <a:gd name="connsiteX3" fmla="*/ 0 w 539147"/>
                <a:gd name="connsiteY3" fmla="*/ 562719 h 1125438"/>
                <a:gd name="connsiteX4" fmla="*/ 451423 w 539147"/>
                <a:gd name="connsiteY4" fmla="*/ 8843 h 1125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8">
                  <a:moveTo>
                    <a:pt x="539147" y="0"/>
                  </a:moveTo>
                  <a:lnTo>
                    <a:pt x="539147" y="1125438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80" name="Freeform 79">
              <a:extLst>
                <a:ext uri="{FF2B5EF4-FFF2-40B4-BE49-F238E27FC236}">
                  <a16:creationId xmlns:a16="http://schemas.microsoft.com/office/drawing/2014/main" id="{EE85C7DE-D965-244F-BD95-3A05FF4AAC61}"/>
                </a:ext>
              </a:extLst>
            </p:cNvPr>
            <p:cNvSpPr/>
            <p:nvPr/>
          </p:nvSpPr>
          <p:spPr>
            <a:xfrm>
              <a:off x="11652853" y="2180524"/>
              <a:ext cx="539147" cy="1125438"/>
            </a:xfrm>
            <a:custGeom>
              <a:avLst/>
              <a:gdLst>
                <a:gd name="connsiteX0" fmla="*/ 539147 w 539147"/>
                <a:gd name="connsiteY0" fmla="*/ 0 h 1125438"/>
                <a:gd name="connsiteX1" fmla="*/ 539147 w 539147"/>
                <a:gd name="connsiteY1" fmla="*/ 1125438 h 1125438"/>
                <a:gd name="connsiteX2" fmla="*/ 451423 w 539147"/>
                <a:gd name="connsiteY2" fmla="*/ 1116595 h 1125438"/>
                <a:gd name="connsiteX3" fmla="*/ 0 w 539147"/>
                <a:gd name="connsiteY3" fmla="*/ 562719 h 1125438"/>
                <a:gd name="connsiteX4" fmla="*/ 451423 w 539147"/>
                <a:gd name="connsiteY4" fmla="*/ 8843 h 1125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8">
                  <a:moveTo>
                    <a:pt x="539147" y="0"/>
                  </a:moveTo>
                  <a:lnTo>
                    <a:pt x="539147" y="1125438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9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81" name="Freeform 80">
              <a:extLst>
                <a:ext uri="{FF2B5EF4-FFF2-40B4-BE49-F238E27FC236}">
                  <a16:creationId xmlns:a16="http://schemas.microsoft.com/office/drawing/2014/main" id="{315A1389-149A-3342-A863-637D42FDB28D}"/>
                </a:ext>
              </a:extLst>
            </p:cNvPr>
            <p:cNvSpPr/>
            <p:nvPr/>
          </p:nvSpPr>
          <p:spPr>
            <a:xfrm>
              <a:off x="11652853" y="809010"/>
              <a:ext cx="539147" cy="1125439"/>
            </a:xfrm>
            <a:custGeom>
              <a:avLst/>
              <a:gdLst>
                <a:gd name="connsiteX0" fmla="*/ 539147 w 539147"/>
                <a:gd name="connsiteY0" fmla="*/ 0 h 1125439"/>
                <a:gd name="connsiteX1" fmla="*/ 539147 w 539147"/>
                <a:gd name="connsiteY1" fmla="*/ 1125439 h 1125439"/>
                <a:gd name="connsiteX2" fmla="*/ 451423 w 539147"/>
                <a:gd name="connsiteY2" fmla="*/ 1116595 h 1125439"/>
                <a:gd name="connsiteX3" fmla="*/ 0 w 539147"/>
                <a:gd name="connsiteY3" fmla="*/ 562719 h 1125439"/>
                <a:gd name="connsiteX4" fmla="*/ 451423 w 539147"/>
                <a:gd name="connsiteY4" fmla="*/ 8843 h 1125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9">
                  <a:moveTo>
                    <a:pt x="539147" y="0"/>
                  </a:moveTo>
                  <a:lnTo>
                    <a:pt x="539147" y="1125439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82" name="Freeform 81">
              <a:extLst>
                <a:ext uri="{FF2B5EF4-FFF2-40B4-BE49-F238E27FC236}">
                  <a16:creationId xmlns:a16="http://schemas.microsoft.com/office/drawing/2014/main" id="{B149CC6F-B6C6-BE46-B451-1BF7D47A8936}"/>
                </a:ext>
              </a:extLst>
            </p:cNvPr>
            <p:cNvSpPr/>
            <p:nvPr/>
          </p:nvSpPr>
          <p:spPr>
            <a:xfrm>
              <a:off x="11652853" y="1"/>
              <a:ext cx="539147" cy="562933"/>
            </a:xfrm>
            <a:custGeom>
              <a:avLst/>
              <a:gdLst>
                <a:gd name="connsiteX0" fmla="*/ 22 w 539147"/>
                <a:gd name="connsiteY0" fmla="*/ 0 h 562933"/>
                <a:gd name="connsiteX1" fmla="*/ 539147 w 539147"/>
                <a:gd name="connsiteY1" fmla="*/ 0 h 562933"/>
                <a:gd name="connsiteX2" fmla="*/ 539147 w 539147"/>
                <a:gd name="connsiteY2" fmla="*/ 562933 h 562933"/>
                <a:gd name="connsiteX3" fmla="*/ 451423 w 539147"/>
                <a:gd name="connsiteY3" fmla="*/ 554090 h 562933"/>
                <a:gd name="connsiteX4" fmla="*/ 0 w 539147"/>
                <a:gd name="connsiteY4" fmla="*/ 214 h 5629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562933">
                  <a:moveTo>
                    <a:pt x="22" y="0"/>
                  </a:moveTo>
                  <a:lnTo>
                    <a:pt x="539147" y="0"/>
                  </a:lnTo>
                  <a:lnTo>
                    <a:pt x="539147" y="562933"/>
                  </a:lnTo>
                  <a:lnTo>
                    <a:pt x="451423" y="554090"/>
                  </a:lnTo>
                  <a:cubicBezTo>
                    <a:pt x="193797" y="501372"/>
                    <a:pt x="0" y="273425"/>
                    <a:pt x="0" y="214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CDAB39E9-6F50-3F4B-9DDB-FC0E0CA993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65150" y="768334"/>
            <a:ext cx="5066001" cy="2866405"/>
          </a:xfrm>
        </p:spPr>
        <p:txBody>
          <a:bodyPr anchor="t"/>
          <a:lstStyle>
            <a:lvl1pPr algn="l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6B2C33E-E9A6-304D-BBCB-97AD0B213C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65150" y="4283239"/>
            <a:ext cx="5066001" cy="1475177"/>
          </a:xfrm>
        </p:spPr>
        <p:txBody>
          <a:bodyPr anchor="b"/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9C75C4-E533-BE48-B528-D1A278BC39A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66928" y="457200"/>
            <a:ext cx="3608205" cy="365125"/>
          </a:xfrm>
        </p:spPr>
        <p:txBody>
          <a:bodyPr/>
          <a:lstStyle>
            <a:lvl1pPr algn="l">
              <a:defRPr/>
            </a:lvl1pPr>
          </a:lstStyle>
          <a:p>
            <a:pPr algn="l"/>
            <a:fld id="{A5B0A250-5CC0-1746-B209-08E8B0DAE6AF}" type="datetimeFigureOut">
              <a:rPr lang="en-US" smtClean="0"/>
              <a:pPr algn="l"/>
              <a:t>3/4/2025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09BA8A-EF83-434D-A90E-0805D1104A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CFDDE0-90B9-AD4E-B0EB-E7464FA9CD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17335" y="6141085"/>
            <a:ext cx="813816" cy="365125"/>
          </a:xfrm>
        </p:spPr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33A3282-0389-C547-8CA6-7F3E7F27B34D}"/>
              </a:ext>
            </a:extLst>
          </p:cNvPr>
          <p:cNvCxnSpPr>
            <a:cxnSpLocks/>
          </p:cNvCxnSpPr>
          <p:nvPr/>
        </p:nvCxnSpPr>
        <p:spPr>
          <a:xfrm>
            <a:off x="565150" y="6087110"/>
            <a:ext cx="5066001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888550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>
            <a:extLst>
              <a:ext uri="{FF2B5EF4-FFF2-40B4-BE49-F238E27FC236}">
                <a16:creationId xmlns:a16="http://schemas.microsoft.com/office/drawing/2014/main" id="{F0CAFDA3-320A-C24D-A7A1-20C1267EC987}"/>
              </a:ext>
            </a:extLst>
          </p:cNvPr>
          <p:cNvGrpSpPr/>
          <p:nvPr/>
        </p:nvGrpSpPr>
        <p:grpSpPr>
          <a:xfrm>
            <a:off x="8928528" y="0"/>
            <a:ext cx="3263472" cy="6858000"/>
            <a:chOff x="8928528" y="0"/>
            <a:chExt cx="3263472" cy="6858000"/>
          </a:xfrm>
        </p:grpSpPr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D2411669-6E2C-2243-99CD-6BC9D724FA1F}"/>
                </a:ext>
              </a:extLst>
            </p:cNvPr>
            <p:cNvSpPr/>
            <p:nvPr/>
          </p:nvSpPr>
          <p:spPr>
            <a:xfrm>
              <a:off x="8928528" y="806362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C4E0C522-0F40-ED44-A700-F1BCD1CF74F5}"/>
                </a:ext>
              </a:extLst>
            </p:cNvPr>
            <p:cNvSpPr/>
            <p:nvPr/>
          </p:nvSpPr>
          <p:spPr>
            <a:xfrm>
              <a:off x="8928528" y="0"/>
              <a:ext cx="1130724" cy="565573"/>
            </a:xfrm>
            <a:custGeom>
              <a:avLst/>
              <a:gdLst>
                <a:gd name="connsiteX0" fmla="*/ 22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2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B79B4380-CBEC-C341-A10E-5EF9A8597959}"/>
                </a:ext>
              </a:extLst>
            </p:cNvPr>
            <p:cNvSpPr/>
            <p:nvPr/>
          </p:nvSpPr>
          <p:spPr>
            <a:xfrm>
              <a:off x="10291391" y="6292417"/>
              <a:ext cx="1130724" cy="565583"/>
            </a:xfrm>
            <a:custGeom>
              <a:avLst/>
              <a:gdLst>
                <a:gd name="connsiteX0" fmla="*/ 565362 w 1130724"/>
                <a:gd name="connsiteY0" fmla="*/ 0 h 565583"/>
                <a:gd name="connsiteX1" fmla="*/ 1130724 w 1130724"/>
                <a:gd name="connsiteY1" fmla="*/ 565362 h 565583"/>
                <a:gd name="connsiteX2" fmla="*/ 1130702 w 1130724"/>
                <a:gd name="connsiteY2" fmla="*/ 565583 h 565583"/>
                <a:gd name="connsiteX3" fmla="*/ 22 w 1130724"/>
                <a:gd name="connsiteY3" fmla="*/ 565583 h 565583"/>
                <a:gd name="connsiteX4" fmla="*/ 0 w 1130724"/>
                <a:gd name="connsiteY4" fmla="*/ 565362 h 565583"/>
                <a:gd name="connsiteX5" fmla="*/ 565362 w 1130724"/>
                <a:gd name="connsiteY5" fmla="*/ 0 h 5655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4" h="565583">
                  <a:moveTo>
                    <a:pt x="565362" y="0"/>
                  </a:moveTo>
                  <a:cubicBezTo>
                    <a:pt x="877603" y="0"/>
                    <a:pt x="1130724" y="253121"/>
                    <a:pt x="1130724" y="565362"/>
                  </a:cubicBezTo>
                  <a:lnTo>
                    <a:pt x="1130702" y="565583"/>
                  </a:lnTo>
                  <a:lnTo>
                    <a:pt x="22" y="565583"/>
                  </a:lnTo>
                  <a:lnTo>
                    <a:pt x="0" y="565362"/>
                  </a:lnTo>
                  <a:cubicBezTo>
                    <a:pt x="0" y="253121"/>
                    <a:pt x="253121" y="0"/>
                    <a:pt x="565362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F04AD70E-5490-4C4E-A05D-D67949C51A74}"/>
                </a:ext>
              </a:extLst>
            </p:cNvPr>
            <p:cNvSpPr/>
            <p:nvPr/>
          </p:nvSpPr>
          <p:spPr>
            <a:xfrm>
              <a:off x="10291392" y="3549390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128A8883-9F24-0047-92B7-45B3D2E7D9C0}"/>
                </a:ext>
              </a:extLst>
            </p:cNvPr>
            <p:cNvSpPr/>
            <p:nvPr/>
          </p:nvSpPr>
          <p:spPr>
            <a:xfrm>
              <a:off x="10291392" y="2177876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AAC3A3BB-FD2C-FB44-9478-FA87EF229D37}"/>
                </a:ext>
              </a:extLst>
            </p:cNvPr>
            <p:cNvSpPr/>
            <p:nvPr/>
          </p:nvSpPr>
          <p:spPr>
            <a:xfrm>
              <a:off x="10291392" y="806363"/>
              <a:ext cx="1130724" cy="1130723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BF46B3B1-E981-BB40-B916-51A6D3851969}"/>
                </a:ext>
              </a:extLst>
            </p:cNvPr>
            <p:cNvSpPr/>
            <p:nvPr/>
          </p:nvSpPr>
          <p:spPr>
            <a:xfrm>
              <a:off x="10291392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0" name="Freeform 29">
              <a:extLst>
                <a:ext uri="{FF2B5EF4-FFF2-40B4-BE49-F238E27FC236}">
                  <a16:creationId xmlns:a16="http://schemas.microsoft.com/office/drawing/2014/main" id="{EA7DAE92-7D6B-B042-83BE-047C8EC322A0}"/>
                </a:ext>
              </a:extLst>
            </p:cNvPr>
            <p:cNvSpPr/>
            <p:nvPr/>
          </p:nvSpPr>
          <p:spPr>
            <a:xfrm>
              <a:off x="11654256" y="6295201"/>
              <a:ext cx="537744" cy="562799"/>
            </a:xfrm>
            <a:custGeom>
              <a:avLst/>
              <a:gdLst>
                <a:gd name="connsiteX0" fmla="*/ 537744 w 537744"/>
                <a:gd name="connsiteY0" fmla="*/ 0 h 562799"/>
                <a:gd name="connsiteX1" fmla="*/ 537744 w 537744"/>
                <a:gd name="connsiteY1" fmla="*/ 562799 h 562799"/>
                <a:gd name="connsiteX2" fmla="*/ 22 w 537744"/>
                <a:gd name="connsiteY2" fmla="*/ 562799 h 562799"/>
                <a:gd name="connsiteX3" fmla="*/ 0 w 537744"/>
                <a:gd name="connsiteY3" fmla="*/ 562578 h 562799"/>
                <a:gd name="connsiteX4" fmla="*/ 451422 w 537744"/>
                <a:gd name="connsiteY4" fmla="*/ 8702 h 5627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562799">
                  <a:moveTo>
                    <a:pt x="537744" y="0"/>
                  </a:moveTo>
                  <a:lnTo>
                    <a:pt x="537744" y="562799"/>
                  </a:lnTo>
                  <a:lnTo>
                    <a:pt x="22" y="562799"/>
                  </a:lnTo>
                  <a:lnTo>
                    <a:pt x="0" y="562578"/>
                  </a:ln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06AADCE6-4277-EA49-AF23-63B53CA6772A}"/>
                </a:ext>
              </a:extLst>
            </p:cNvPr>
            <p:cNvSpPr/>
            <p:nvPr/>
          </p:nvSpPr>
          <p:spPr>
            <a:xfrm>
              <a:off x="11654256" y="4923687"/>
              <a:ext cx="537744" cy="1125156"/>
            </a:xfrm>
            <a:custGeom>
              <a:avLst/>
              <a:gdLst>
                <a:gd name="connsiteX0" fmla="*/ 537744 w 537744"/>
                <a:gd name="connsiteY0" fmla="*/ 0 h 1125156"/>
                <a:gd name="connsiteX1" fmla="*/ 537744 w 537744"/>
                <a:gd name="connsiteY1" fmla="*/ 1125156 h 1125156"/>
                <a:gd name="connsiteX2" fmla="*/ 451422 w 537744"/>
                <a:gd name="connsiteY2" fmla="*/ 1116454 h 1125156"/>
                <a:gd name="connsiteX3" fmla="*/ 0 w 537744"/>
                <a:gd name="connsiteY3" fmla="*/ 562578 h 1125156"/>
                <a:gd name="connsiteX4" fmla="*/ 451422 w 537744"/>
                <a:gd name="connsiteY4" fmla="*/ 8702 h 1125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1125156">
                  <a:moveTo>
                    <a:pt x="537744" y="0"/>
                  </a:moveTo>
                  <a:lnTo>
                    <a:pt x="537744" y="1125156"/>
                  </a:lnTo>
                  <a:lnTo>
                    <a:pt x="451422" y="1116454"/>
                  </a:lnTo>
                  <a:cubicBezTo>
                    <a:pt x="193796" y="1063736"/>
                    <a:pt x="0" y="835789"/>
                    <a:pt x="0" y="562578"/>
                  </a:cubicBez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2" name="Freeform 31">
              <a:extLst>
                <a:ext uri="{FF2B5EF4-FFF2-40B4-BE49-F238E27FC236}">
                  <a16:creationId xmlns:a16="http://schemas.microsoft.com/office/drawing/2014/main" id="{58CEA343-047B-DF4E-A7A8-881C7740EA36}"/>
                </a:ext>
              </a:extLst>
            </p:cNvPr>
            <p:cNvSpPr/>
            <p:nvPr/>
          </p:nvSpPr>
          <p:spPr>
            <a:xfrm>
              <a:off x="11654256" y="3552173"/>
              <a:ext cx="537744" cy="1125156"/>
            </a:xfrm>
            <a:custGeom>
              <a:avLst/>
              <a:gdLst>
                <a:gd name="connsiteX0" fmla="*/ 537744 w 537744"/>
                <a:gd name="connsiteY0" fmla="*/ 0 h 1125156"/>
                <a:gd name="connsiteX1" fmla="*/ 537744 w 537744"/>
                <a:gd name="connsiteY1" fmla="*/ 1125156 h 1125156"/>
                <a:gd name="connsiteX2" fmla="*/ 451422 w 537744"/>
                <a:gd name="connsiteY2" fmla="*/ 1116454 h 1125156"/>
                <a:gd name="connsiteX3" fmla="*/ 0 w 537744"/>
                <a:gd name="connsiteY3" fmla="*/ 562578 h 1125156"/>
                <a:gd name="connsiteX4" fmla="*/ 451422 w 537744"/>
                <a:gd name="connsiteY4" fmla="*/ 8702 h 1125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1125156">
                  <a:moveTo>
                    <a:pt x="537744" y="0"/>
                  </a:moveTo>
                  <a:lnTo>
                    <a:pt x="537744" y="1125156"/>
                  </a:lnTo>
                  <a:lnTo>
                    <a:pt x="451422" y="1116454"/>
                  </a:lnTo>
                  <a:cubicBezTo>
                    <a:pt x="193796" y="1063736"/>
                    <a:pt x="0" y="835789"/>
                    <a:pt x="0" y="562578"/>
                  </a:cubicBez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3" name="Freeform 32">
              <a:extLst>
                <a:ext uri="{FF2B5EF4-FFF2-40B4-BE49-F238E27FC236}">
                  <a16:creationId xmlns:a16="http://schemas.microsoft.com/office/drawing/2014/main" id="{FCCBAA07-17CE-2740-AA04-AEDA5EAD2796}"/>
                </a:ext>
              </a:extLst>
            </p:cNvPr>
            <p:cNvSpPr/>
            <p:nvPr/>
          </p:nvSpPr>
          <p:spPr>
            <a:xfrm>
              <a:off x="11654256" y="2180659"/>
              <a:ext cx="537744" cy="1125156"/>
            </a:xfrm>
            <a:custGeom>
              <a:avLst/>
              <a:gdLst>
                <a:gd name="connsiteX0" fmla="*/ 537744 w 537744"/>
                <a:gd name="connsiteY0" fmla="*/ 0 h 1125156"/>
                <a:gd name="connsiteX1" fmla="*/ 537744 w 537744"/>
                <a:gd name="connsiteY1" fmla="*/ 1125156 h 1125156"/>
                <a:gd name="connsiteX2" fmla="*/ 451422 w 537744"/>
                <a:gd name="connsiteY2" fmla="*/ 1116454 h 1125156"/>
                <a:gd name="connsiteX3" fmla="*/ 0 w 537744"/>
                <a:gd name="connsiteY3" fmla="*/ 562578 h 1125156"/>
                <a:gd name="connsiteX4" fmla="*/ 451422 w 537744"/>
                <a:gd name="connsiteY4" fmla="*/ 8702 h 1125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1125156">
                  <a:moveTo>
                    <a:pt x="537744" y="0"/>
                  </a:moveTo>
                  <a:lnTo>
                    <a:pt x="537744" y="1125156"/>
                  </a:lnTo>
                  <a:lnTo>
                    <a:pt x="451422" y="1116454"/>
                  </a:lnTo>
                  <a:cubicBezTo>
                    <a:pt x="193796" y="1063736"/>
                    <a:pt x="0" y="835789"/>
                    <a:pt x="0" y="562578"/>
                  </a:cubicBez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4" name="Freeform 33">
              <a:extLst>
                <a:ext uri="{FF2B5EF4-FFF2-40B4-BE49-F238E27FC236}">
                  <a16:creationId xmlns:a16="http://schemas.microsoft.com/office/drawing/2014/main" id="{BF15C430-7951-6040-BD4C-4E996E94480E}"/>
                </a:ext>
              </a:extLst>
            </p:cNvPr>
            <p:cNvSpPr/>
            <p:nvPr/>
          </p:nvSpPr>
          <p:spPr>
            <a:xfrm>
              <a:off x="11654256" y="809146"/>
              <a:ext cx="537744" cy="1125156"/>
            </a:xfrm>
            <a:custGeom>
              <a:avLst/>
              <a:gdLst>
                <a:gd name="connsiteX0" fmla="*/ 537744 w 537744"/>
                <a:gd name="connsiteY0" fmla="*/ 0 h 1125156"/>
                <a:gd name="connsiteX1" fmla="*/ 537744 w 537744"/>
                <a:gd name="connsiteY1" fmla="*/ 1125156 h 1125156"/>
                <a:gd name="connsiteX2" fmla="*/ 451422 w 537744"/>
                <a:gd name="connsiteY2" fmla="*/ 1116454 h 1125156"/>
                <a:gd name="connsiteX3" fmla="*/ 0 w 537744"/>
                <a:gd name="connsiteY3" fmla="*/ 562578 h 1125156"/>
                <a:gd name="connsiteX4" fmla="*/ 451422 w 537744"/>
                <a:gd name="connsiteY4" fmla="*/ 8702 h 1125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1125156">
                  <a:moveTo>
                    <a:pt x="537744" y="0"/>
                  </a:moveTo>
                  <a:lnTo>
                    <a:pt x="537744" y="1125156"/>
                  </a:lnTo>
                  <a:lnTo>
                    <a:pt x="451422" y="1116454"/>
                  </a:lnTo>
                  <a:cubicBezTo>
                    <a:pt x="193796" y="1063736"/>
                    <a:pt x="0" y="835789"/>
                    <a:pt x="0" y="562578"/>
                  </a:cubicBez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5" name="Freeform 34">
              <a:extLst>
                <a:ext uri="{FF2B5EF4-FFF2-40B4-BE49-F238E27FC236}">
                  <a16:creationId xmlns:a16="http://schemas.microsoft.com/office/drawing/2014/main" id="{0B3467F9-370D-5C4C-9EDE-E0CA0E401568}"/>
                </a:ext>
              </a:extLst>
            </p:cNvPr>
            <p:cNvSpPr/>
            <p:nvPr/>
          </p:nvSpPr>
          <p:spPr>
            <a:xfrm>
              <a:off x="11654256" y="0"/>
              <a:ext cx="537744" cy="562788"/>
            </a:xfrm>
            <a:custGeom>
              <a:avLst/>
              <a:gdLst>
                <a:gd name="connsiteX0" fmla="*/ 21 w 537744"/>
                <a:gd name="connsiteY0" fmla="*/ 0 h 562788"/>
                <a:gd name="connsiteX1" fmla="*/ 537744 w 537744"/>
                <a:gd name="connsiteY1" fmla="*/ 0 h 562788"/>
                <a:gd name="connsiteX2" fmla="*/ 537744 w 537744"/>
                <a:gd name="connsiteY2" fmla="*/ 562788 h 562788"/>
                <a:gd name="connsiteX3" fmla="*/ 451422 w 537744"/>
                <a:gd name="connsiteY3" fmla="*/ 554086 h 562788"/>
                <a:gd name="connsiteX4" fmla="*/ 0 w 537744"/>
                <a:gd name="connsiteY4" fmla="*/ 211 h 5627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562788">
                  <a:moveTo>
                    <a:pt x="21" y="0"/>
                  </a:moveTo>
                  <a:lnTo>
                    <a:pt x="537744" y="0"/>
                  </a:lnTo>
                  <a:lnTo>
                    <a:pt x="537744" y="562788"/>
                  </a:lnTo>
                  <a:lnTo>
                    <a:pt x="451422" y="554086"/>
                  </a:lnTo>
                  <a:cubicBezTo>
                    <a:pt x="193796" y="501368"/>
                    <a:pt x="0" y="273421"/>
                    <a:pt x="0" y="21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652A1E4-52BA-534C-AECC-35C3CF44F8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315675-65B4-E14F-9785-663A83B7B6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676A1E-2332-684F-BDD2-687C166BDE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t>3/4/2025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BB8CB0-B7BE-7D4F-B254-8A2F8AEC27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E5A569-A063-8E40-B703-82B11D2A98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7169" y="6141085"/>
            <a:ext cx="813816" cy="365125"/>
          </a:xfrm>
        </p:spPr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231D73A-BA91-794F-8C09-4F4B41A6D08B}"/>
              </a:ext>
            </a:extLst>
          </p:cNvPr>
          <p:cNvCxnSpPr>
            <a:cxnSpLocks/>
          </p:cNvCxnSpPr>
          <p:nvPr/>
        </p:nvCxnSpPr>
        <p:spPr>
          <a:xfrm>
            <a:off x="565150" y="6087110"/>
            <a:ext cx="7335835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929264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Group 38">
            <a:extLst>
              <a:ext uri="{FF2B5EF4-FFF2-40B4-BE49-F238E27FC236}">
                <a16:creationId xmlns:a16="http://schemas.microsoft.com/office/drawing/2014/main" id="{3ABDDED5-B489-454D-A72D-46C9473AB018}"/>
              </a:ext>
            </a:extLst>
          </p:cNvPr>
          <p:cNvGrpSpPr/>
          <p:nvPr/>
        </p:nvGrpSpPr>
        <p:grpSpPr>
          <a:xfrm>
            <a:off x="6201388" y="0"/>
            <a:ext cx="5990612" cy="6858001"/>
            <a:chOff x="6201388" y="0"/>
            <a:chExt cx="5990612" cy="6858001"/>
          </a:xfrm>
        </p:grpSpPr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E6338A9A-49A1-B04D-B479-43604A5CD6D5}"/>
                </a:ext>
              </a:extLst>
            </p:cNvPr>
            <p:cNvSpPr/>
            <p:nvPr/>
          </p:nvSpPr>
          <p:spPr>
            <a:xfrm>
              <a:off x="6201388" y="354939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Freeform 40">
              <a:extLst>
                <a:ext uri="{FF2B5EF4-FFF2-40B4-BE49-F238E27FC236}">
                  <a16:creationId xmlns:a16="http://schemas.microsoft.com/office/drawing/2014/main" id="{3151B6D8-101B-F34D-992A-1668DB5D0067}"/>
                </a:ext>
              </a:extLst>
            </p:cNvPr>
            <p:cNvSpPr/>
            <p:nvPr/>
          </p:nvSpPr>
          <p:spPr>
            <a:xfrm>
              <a:off x="6201389" y="1"/>
              <a:ext cx="1130725" cy="565575"/>
            </a:xfrm>
            <a:custGeom>
              <a:avLst/>
              <a:gdLst>
                <a:gd name="connsiteX0" fmla="*/ 21 w 1130725"/>
                <a:gd name="connsiteY0" fmla="*/ 0 h 565575"/>
                <a:gd name="connsiteX1" fmla="*/ 1130704 w 1130725"/>
                <a:gd name="connsiteY1" fmla="*/ 0 h 565575"/>
                <a:gd name="connsiteX2" fmla="*/ 1130725 w 1130725"/>
                <a:gd name="connsiteY2" fmla="*/ 213 h 565575"/>
                <a:gd name="connsiteX3" fmla="*/ 565362 w 1130725"/>
                <a:gd name="connsiteY3" fmla="*/ 565575 h 565575"/>
                <a:gd name="connsiteX4" fmla="*/ 0 w 1130725"/>
                <a:gd name="connsiteY4" fmla="*/ 213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5" h="565575">
                  <a:moveTo>
                    <a:pt x="21" y="0"/>
                  </a:moveTo>
                  <a:lnTo>
                    <a:pt x="1130704" y="0"/>
                  </a:lnTo>
                  <a:lnTo>
                    <a:pt x="1130725" y="213"/>
                  </a:lnTo>
                  <a:cubicBezTo>
                    <a:pt x="1130725" y="312454"/>
                    <a:pt x="877604" y="565575"/>
                    <a:pt x="565362" y="565575"/>
                  </a:cubicBezTo>
                  <a:cubicBezTo>
                    <a:pt x="253121" y="565575"/>
                    <a:pt x="0" y="312454"/>
                    <a:pt x="0" y="21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2" name="Freeform 41">
              <a:extLst>
                <a:ext uri="{FF2B5EF4-FFF2-40B4-BE49-F238E27FC236}">
                  <a16:creationId xmlns:a16="http://schemas.microsoft.com/office/drawing/2014/main" id="{21D4DE71-EB1A-E74C-9364-5FEC5377F4EF}"/>
                </a:ext>
              </a:extLst>
            </p:cNvPr>
            <p:cNvSpPr/>
            <p:nvPr/>
          </p:nvSpPr>
          <p:spPr>
            <a:xfrm>
              <a:off x="7564255" y="6292426"/>
              <a:ext cx="1130723" cy="565575"/>
            </a:xfrm>
            <a:custGeom>
              <a:avLst/>
              <a:gdLst>
                <a:gd name="connsiteX0" fmla="*/ 565362 w 1130723"/>
                <a:gd name="connsiteY0" fmla="*/ 0 h 565575"/>
                <a:gd name="connsiteX1" fmla="*/ 1130723 w 1130723"/>
                <a:gd name="connsiteY1" fmla="*/ 565362 h 565575"/>
                <a:gd name="connsiteX2" fmla="*/ 1130702 w 1130723"/>
                <a:gd name="connsiteY2" fmla="*/ 565575 h 565575"/>
                <a:gd name="connsiteX3" fmla="*/ 21 w 1130723"/>
                <a:gd name="connsiteY3" fmla="*/ 565575 h 565575"/>
                <a:gd name="connsiteX4" fmla="*/ 0 w 1130723"/>
                <a:gd name="connsiteY4" fmla="*/ 565362 h 565575"/>
                <a:gd name="connsiteX5" fmla="*/ 565362 w 1130723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3" h="565575">
                  <a:moveTo>
                    <a:pt x="565362" y="0"/>
                  </a:moveTo>
                  <a:cubicBezTo>
                    <a:pt x="877602" y="0"/>
                    <a:pt x="1130723" y="253121"/>
                    <a:pt x="1130723" y="565362"/>
                  </a:cubicBezTo>
                  <a:lnTo>
                    <a:pt x="1130702" y="565575"/>
                  </a:lnTo>
                  <a:lnTo>
                    <a:pt x="21" y="565575"/>
                  </a:lnTo>
                  <a:lnTo>
                    <a:pt x="0" y="565362"/>
                  </a:lnTo>
                  <a:cubicBezTo>
                    <a:pt x="0" y="253121"/>
                    <a:pt x="253120" y="0"/>
                    <a:pt x="565362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BD99A5CD-9D3A-DA46-AD96-34B9DB522051}"/>
                </a:ext>
              </a:extLst>
            </p:cNvPr>
            <p:cNvSpPr/>
            <p:nvPr/>
          </p:nvSpPr>
          <p:spPr>
            <a:xfrm>
              <a:off x="7564253" y="354939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E6537DF9-74F2-924C-9B63-22B100C80C92}"/>
                </a:ext>
              </a:extLst>
            </p:cNvPr>
            <p:cNvSpPr/>
            <p:nvPr/>
          </p:nvSpPr>
          <p:spPr>
            <a:xfrm>
              <a:off x="7564253" y="2177881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D7655457-8E4D-F34C-A595-66A45E9C3A1F}"/>
                </a:ext>
              </a:extLst>
            </p:cNvPr>
            <p:cNvSpPr/>
            <p:nvPr/>
          </p:nvSpPr>
          <p:spPr>
            <a:xfrm>
              <a:off x="7564253" y="806366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Freeform 45">
              <a:extLst>
                <a:ext uri="{FF2B5EF4-FFF2-40B4-BE49-F238E27FC236}">
                  <a16:creationId xmlns:a16="http://schemas.microsoft.com/office/drawing/2014/main" id="{FB0E8D2C-8947-E44C-BC5F-F81B083DAA3E}"/>
                </a:ext>
              </a:extLst>
            </p:cNvPr>
            <p:cNvSpPr/>
            <p:nvPr/>
          </p:nvSpPr>
          <p:spPr>
            <a:xfrm>
              <a:off x="7564254" y="1"/>
              <a:ext cx="1130725" cy="565575"/>
            </a:xfrm>
            <a:custGeom>
              <a:avLst/>
              <a:gdLst>
                <a:gd name="connsiteX0" fmla="*/ 21 w 1130725"/>
                <a:gd name="connsiteY0" fmla="*/ 0 h 565575"/>
                <a:gd name="connsiteX1" fmla="*/ 1130704 w 1130725"/>
                <a:gd name="connsiteY1" fmla="*/ 0 h 565575"/>
                <a:gd name="connsiteX2" fmla="*/ 1130725 w 1130725"/>
                <a:gd name="connsiteY2" fmla="*/ 213 h 565575"/>
                <a:gd name="connsiteX3" fmla="*/ 565363 w 1130725"/>
                <a:gd name="connsiteY3" fmla="*/ 565575 h 565575"/>
                <a:gd name="connsiteX4" fmla="*/ 0 w 1130725"/>
                <a:gd name="connsiteY4" fmla="*/ 213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5" h="565575">
                  <a:moveTo>
                    <a:pt x="21" y="0"/>
                  </a:moveTo>
                  <a:lnTo>
                    <a:pt x="1130704" y="0"/>
                  </a:lnTo>
                  <a:lnTo>
                    <a:pt x="1130725" y="213"/>
                  </a:lnTo>
                  <a:cubicBezTo>
                    <a:pt x="1130725" y="312454"/>
                    <a:pt x="877603" y="565575"/>
                    <a:pt x="565363" y="565575"/>
                  </a:cubicBezTo>
                  <a:cubicBezTo>
                    <a:pt x="253121" y="565575"/>
                    <a:pt x="0" y="312454"/>
                    <a:pt x="0" y="21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7" name="Freeform 46">
              <a:extLst>
                <a:ext uri="{FF2B5EF4-FFF2-40B4-BE49-F238E27FC236}">
                  <a16:creationId xmlns:a16="http://schemas.microsoft.com/office/drawing/2014/main" id="{ED57F45D-85B8-AC49-A2BA-E941F1BE7F15}"/>
                </a:ext>
              </a:extLst>
            </p:cNvPr>
            <p:cNvSpPr/>
            <p:nvPr/>
          </p:nvSpPr>
          <p:spPr>
            <a:xfrm>
              <a:off x="8927118" y="6292426"/>
              <a:ext cx="1130724" cy="565575"/>
            </a:xfrm>
            <a:custGeom>
              <a:avLst/>
              <a:gdLst>
                <a:gd name="connsiteX0" fmla="*/ 565362 w 1130724"/>
                <a:gd name="connsiteY0" fmla="*/ 0 h 565575"/>
                <a:gd name="connsiteX1" fmla="*/ 1130724 w 1130724"/>
                <a:gd name="connsiteY1" fmla="*/ 565362 h 565575"/>
                <a:gd name="connsiteX2" fmla="*/ 1130703 w 1130724"/>
                <a:gd name="connsiteY2" fmla="*/ 565575 h 565575"/>
                <a:gd name="connsiteX3" fmla="*/ 22 w 1130724"/>
                <a:gd name="connsiteY3" fmla="*/ 565575 h 565575"/>
                <a:gd name="connsiteX4" fmla="*/ 0 w 1130724"/>
                <a:gd name="connsiteY4" fmla="*/ 565362 h 565575"/>
                <a:gd name="connsiteX5" fmla="*/ 565362 w 1130724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4" h="565575">
                  <a:moveTo>
                    <a:pt x="565362" y="0"/>
                  </a:moveTo>
                  <a:cubicBezTo>
                    <a:pt x="877603" y="0"/>
                    <a:pt x="1130724" y="253121"/>
                    <a:pt x="1130724" y="565362"/>
                  </a:cubicBezTo>
                  <a:lnTo>
                    <a:pt x="1130703" y="565575"/>
                  </a:lnTo>
                  <a:lnTo>
                    <a:pt x="22" y="565575"/>
                  </a:lnTo>
                  <a:lnTo>
                    <a:pt x="0" y="565362"/>
                  </a:lnTo>
                  <a:cubicBezTo>
                    <a:pt x="0" y="253121"/>
                    <a:pt x="253121" y="0"/>
                    <a:pt x="56536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DA576359-CAE3-634C-8DF8-A834BCD7D668}"/>
                </a:ext>
              </a:extLst>
            </p:cNvPr>
            <p:cNvSpPr/>
            <p:nvPr/>
          </p:nvSpPr>
          <p:spPr>
            <a:xfrm>
              <a:off x="8927118" y="4920911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16343F35-6601-BD4A-B9A5-25361D0453D2}"/>
                </a:ext>
              </a:extLst>
            </p:cNvPr>
            <p:cNvSpPr/>
            <p:nvPr/>
          </p:nvSpPr>
          <p:spPr>
            <a:xfrm>
              <a:off x="8927118" y="3549396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5ED1C169-DCD9-9C4B-91B1-519621155A64}"/>
                </a:ext>
              </a:extLst>
            </p:cNvPr>
            <p:cNvSpPr/>
            <p:nvPr/>
          </p:nvSpPr>
          <p:spPr>
            <a:xfrm>
              <a:off x="8927118" y="2177881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32328AC7-E0BC-0E46-A25B-11D523EC8100}"/>
                </a:ext>
              </a:extLst>
            </p:cNvPr>
            <p:cNvSpPr/>
            <p:nvPr/>
          </p:nvSpPr>
          <p:spPr>
            <a:xfrm>
              <a:off x="8927118" y="80636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Freeform 51">
              <a:extLst>
                <a:ext uri="{FF2B5EF4-FFF2-40B4-BE49-F238E27FC236}">
                  <a16:creationId xmlns:a16="http://schemas.microsoft.com/office/drawing/2014/main" id="{32BBE02A-588F-6C4D-B310-694098C6A340}"/>
                </a:ext>
              </a:extLst>
            </p:cNvPr>
            <p:cNvSpPr/>
            <p:nvPr/>
          </p:nvSpPr>
          <p:spPr>
            <a:xfrm>
              <a:off x="8927117" y="0"/>
              <a:ext cx="1130726" cy="565576"/>
            </a:xfrm>
            <a:custGeom>
              <a:avLst/>
              <a:gdLst>
                <a:gd name="connsiteX0" fmla="*/ 22 w 1130726"/>
                <a:gd name="connsiteY0" fmla="*/ 0 h 565576"/>
                <a:gd name="connsiteX1" fmla="*/ 1130704 w 1130726"/>
                <a:gd name="connsiteY1" fmla="*/ 0 h 565576"/>
                <a:gd name="connsiteX2" fmla="*/ 1130726 w 1130726"/>
                <a:gd name="connsiteY2" fmla="*/ 214 h 565576"/>
                <a:gd name="connsiteX3" fmla="*/ 565363 w 1130726"/>
                <a:gd name="connsiteY3" fmla="*/ 565576 h 565576"/>
                <a:gd name="connsiteX4" fmla="*/ 0 w 1130726"/>
                <a:gd name="connsiteY4" fmla="*/ 214 h 565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6" h="565576">
                  <a:moveTo>
                    <a:pt x="22" y="0"/>
                  </a:moveTo>
                  <a:lnTo>
                    <a:pt x="1130704" y="0"/>
                  </a:lnTo>
                  <a:lnTo>
                    <a:pt x="1130726" y="214"/>
                  </a:lnTo>
                  <a:cubicBezTo>
                    <a:pt x="1130726" y="312455"/>
                    <a:pt x="877604" y="565576"/>
                    <a:pt x="565363" y="565576"/>
                  </a:cubicBezTo>
                  <a:cubicBezTo>
                    <a:pt x="253122" y="565576"/>
                    <a:pt x="0" y="312455"/>
                    <a:pt x="0" y="21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3" name="Freeform 52">
              <a:extLst>
                <a:ext uri="{FF2B5EF4-FFF2-40B4-BE49-F238E27FC236}">
                  <a16:creationId xmlns:a16="http://schemas.microsoft.com/office/drawing/2014/main" id="{6751D5A0-C90A-0A44-8654-CFE1B719B353}"/>
                </a:ext>
              </a:extLst>
            </p:cNvPr>
            <p:cNvSpPr/>
            <p:nvPr/>
          </p:nvSpPr>
          <p:spPr>
            <a:xfrm>
              <a:off x="10289984" y="6292426"/>
              <a:ext cx="1130724" cy="565575"/>
            </a:xfrm>
            <a:custGeom>
              <a:avLst/>
              <a:gdLst>
                <a:gd name="connsiteX0" fmla="*/ 565362 w 1130724"/>
                <a:gd name="connsiteY0" fmla="*/ 0 h 565575"/>
                <a:gd name="connsiteX1" fmla="*/ 1130724 w 1130724"/>
                <a:gd name="connsiteY1" fmla="*/ 565362 h 565575"/>
                <a:gd name="connsiteX2" fmla="*/ 1130703 w 1130724"/>
                <a:gd name="connsiteY2" fmla="*/ 565575 h 565575"/>
                <a:gd name="connsiteX3" fmla="*/ 21 w 1130724"/>
                <a:gd name="connsiteY3" fmla="*/ 565575 h 565575"/>
                <a:gd name="connsiteX4" fmla="*/ 0 w 1130724"/>
                <a:gd name="connsiteY4" fmla="*/ 565362 h 565575"/>
                <a:gd name="connsiteX5" fmla="*/ 565362 w 1130724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4" h="565575">
                  <a:moveTo>
                    <a:pt x="565362" y="0"/>
                  </a:moveTo>
                  <a:cubicBezTo>
                    <a:pt x="877603" y="0"/>
                    <a:pt x="1130724" y="253121"/>
                    <a:pt x="1130724" y="565362"/>
                  </a:cubicBezTo>
                  <a:lnTo>
                    <a:pt x="1130703" y="565575"/>
                  </a:lnTo>
                  <a:lnTo>
                    <a:pt x="21" y="565575"/>
                  </a:lnTo>
                  <a:lnTo>
                    <a:pt x="0" y="565362"/>
                  </a:lnTo>
                  <a:cubicBezTo>
                    <a:pt x="0" y="253121"/>
                    <a:pt x="253121" y="0"/>
                    <a:pt x="565362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4" name="Oval 53">
              <a:extLst>
                <a:ext uri="{FF2B5EF4-FFF2-40B4-BE49-F238E27FC236}">
                  <a16:creationId xmlns:a16="http://schemas.microsoft.com/office/drawing/2014/main" id="{0F0FA086-0D80-B74A-9B37-5EACDE30D61F}"/>
                </a:ext>
              </a:extLst>
            </p:cNvPr>
            <p:cNvSpPr/>
            <p:nvPr/>
          </p:nvSpPr>
          <p:spPr>
            <a:xfrm>
              <a:off x="10289984" y="4920911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7022E302-2A55-8844-A50B-DC16D075E16B}"/>
                </a:ext>
              </a:extLst>
            </p:cNvPr>
            <p:cNvSpPr/>
            <p:nvPr/>
          </p:nvSpPr>
          <p:spPr>
            <a:xfrm>
              <a:off x="10289984" y="354939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F4B325F5-A048-2843-A40B-3B2B31ECED76}"/>
                </a:ext>
              </a:extLst>
            </p:cNvPr>
            <p:cNvSpPr/>
            <p:nvPr/>
          </p:nvSpPr>
          <p:spPr>
            <a:xfrm>
              <a:off x="10289984" y="80636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Freeform 56">
              <a:extLst>
                <a:ext uri="{FF2B5EF4-FFF2-40B4-BE49-F238E27FC236}">
                  <a16:creationId xmlns:a16="http://schemas.microsoft.com/office/drawing/2014/main" id="{7707B616-7E85-5442-B46B-AF9426A7A0E9}"/>
                </a:ext>
              </a:extLst>
            </p:cNvPr>
            <p:cNvSpPr/>
            <p:nvPr/>
          </p:nvSpPr>
          <p:spPr>
            <a:xfrm>
              <a:off x="10289983" y="0"/>
              <a:ext cx="1130726" cy="565576"/>
            </a:xfrm>
            <a:custGeom>
              <a:avLst/>
              <a:gdLst>
                <a:gd name="connsiteX0" fmla="*/ 21 w 1130726"/>
                <a:gd name="connsiteY0" fmla="*/ 0 h 565576"/>
                <a:gd name="connsiteX1" fmla="*/ 1130704 w 1130726"/>
                <a:gd name="connsiteY1" fmla="*/ 0 h 565576"/>
                <a:gd name="connsiteX2" fmla="*/ 1130726 w 1130726"/>
                <a:gd name="connsiteY2" fmla="*/ 214 h 565576"/>
                <a:gd name="connsiteX3" fmla="*/ 565363 w 1130726"/>
                <a:gd name="connsiteY3" fmla="*/ 565576 h 565576"/>
                <a:gd name="connsiteX4" fmla="*/ 0 w 1130726"/>
                <a:gd name="connsiteY4" fmla="*/ 214 h 565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6" h="565576">
                  <a:moveTo>
                    <a:pt x="21" y="0"/>
                  </a:moveTo>
                  <a:lnTo>
                    <a:pt x="1130704" y="0"/>
                  </a:lnTo>
                  <a:lnTo>
                    <a:pt x="1130726" y="214"/>
                  </a:lnTo>
                  <a:cubicBezTo>
                    <a:pt x="1130726" y="312455"/>
                    <a:pt x="877604" y="565576"/>
                    <a:pt x="565363" y="565576"/>
                  </a:cubicBezTo>
                  <a:cubicBezTo>
                    <a:pt x="253122" y="565576"/>
                    <a:pt x="0" y="312455"/>
                    <a:pt x="0" y="214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8" name="Freeform 57">
              <a:extLst>
                <a:ext uri="{FF2B5EF4-FFF2-40B4-BE49-F238E27FC236}">
                  <a16:creationId xmlns:a16="http://schemas.microsoft.com/office/drawing/2014/main" id="{08914A00-D181-5847-A150-77CE67F94369}"/>
                </a:ext>
              </a:extLst>
            </p:cNvPr>
            <p:cNvSpPr/>
            <p:nvPr/>
          </p:nvSpPr>
          <p:spPr>
            <a:xfrm>
              <a:off x="11652854" y="6295069"/>
              <a:ext cx="539146" cy="562931"/>
            </a:xfrm>
            <a:custGeom>
              <a:avLst/>
              <a:gdLst>
                <a:gd name="connsiteX0" fmla="*/ 539146 w 539146"/>
                <a:gd name="connsiteY0" fmla="*/ 0 h 562931"/>
                <a:gd name="connsiteX1" fmla="*/ 539146 w 539146"/>
                <a:gd name="connsiteY1" fmla="*/ 562931 h 562931"/>
                <a:gd name="connsiteX2" fmla="*/ 21 w 539146"/>
                <a:gd name="connsiteY2" fmla="*/ 562931 h 562931"/>
                <a:gd name="connsiteX3" fmla="*/ 0 w 539146"/>
                <a:gd name="connsiteY3" fmla="*/ 562719 h 562931"/>
                <a:gd name="connsiteX4" fmla="*/ 451422 w 539146"/>
                <a:gd name="connsiteY4" fmla="*/ 8843 h 5629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6" h="562931">
                  <a:moveTo>
                    <a:pt x="539146" y="0"/>
                  </a:moveTo>
                  <a:lnTo>
                    <a:pt x="539146" y="562931"/>
                  </a:lnTo>
                  <a:lnTo>
                    <a:pt x="21" y="562931"/>
                  </a:lnTo>
                  <a:lnTo>
                    <a:pt x="0" y="562719"/>
                  </a:lnTo>
                  <a:cubicBezTo>
                    <a:pt x="0" y="289508"/>
                    <a:pt x="193796" y="61561"/>
                    <a:pt x="451422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9" name="Freeform 58">
              <a:extLst>
                <a:ext uri="{FF2B5EF4-FFF2-40B4-BE49-F238E27FC236}">
                  <a16:creationId xmlns:a16="http://schemas.microsoft.com/office/drawing/2014/main" id="{DAF2D976-5F49-2848-B465-C85708A6D706}"/>
                </a:ext>
              </a:extLst>
            </p:cNvPr>
            <p:cNvSpPr/>
            <p:nvPr/>
          </p:nvSpPr>
          <p:spPr>
            <a:xfrm>
              <a:off x="11652853" y="4923555"/>
              <a:ext cx="539147" cy="1125439"/>
            </a:xfrm>
            <a:custGeom>
              <a:avLst/>
              <a:gdLst>
                <a:gd name="connsiteX0" fmla="*/ 539147 w 539147"/>
                <a:gd name="connsiteY0" fmla="*/ 0 h 1125439"/>
                <a:gd name="connsiteX1" fmla="*/ 539147 w 539147"/>
                <a:gd name="connsiteY1" fmla="*/ 1125439 h 1125439"/>
                <a:gd name="connsiteX2" fmla="*/ 451423 w 539147"/>
                <a:gd name="connsiteY2" fmla="*/ 1116595 h 1125439"/>
                <a:gd name="connsiteX3" fmla="*/ 0 w 539147"/>
                <a:gd name="connsiteY3" fmla="*/ 562719 h 1125439"/>
                <a:gd name="connsiteX4" fmla="*/ 451423 w 539147"/>
                <a:gd name="connsiteY4" fmla="*/ 8843 h 1125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9">
                  <a:moveTo>
                    <a:pt x="539147" y="0"/>
                  </a:moveTo>
                  <a:lnTo>
                    <a:pt x="539147" y="1125439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0" name="Freeform 59">
              <a:extLst>
                <a:ext uri="{FF2B5EF4-FFF2-40B4-BE49-F238E27FC236}">
                  <a16:creationId xmlns:a16="http://schemas.microsoft.com/office/drawing/2014/main" id="{5E333474-B850-354C-A2E2-01735C948D47}"/>
                </a:ext>
              </a:extLst>
            </p:cNvPr>
            <p:cNvSpPr/>
            <p:nvPr/>
          </p:nvSpPr>
          <p:spPr>
            <a:xfrm>
              <a:off x="11652853" y="3552039"/>
              <a:ext cx="539147" cy="1125438"/>
            </a:xfrm>
            <a:custGeom>
              <a:avLst/>
              <a:gdLst>
                <a:gd name="connsiteX0" fmla="*/ 539147 w 539147"/>
                <a:gd name="connsiteY0" fmla="*/ 0 h 1125438"/>
                <a:gd name="connsiteX1" fmla="*/ 539147 w 539147"/>
                <a:gd name="connsiteY1" fmla="*/ 1125438 h 1125438"/>
                <a:gd name="connsiteX2" fmla="*/ 451423 w 539147"/>
                <a:gd name="connsiteY2" fmla="*/ 1116595 h 1125438"/>
                <a:gd name="connsiteX3" fmla="*/ 0 w 539147"/>
                <a:gd name="connsiteY3" fmla="*/ 562719 h 1125438"/>
                <a:gd name="connsiteX4" fmla="*/ 451423 w 539147"/>
                <a:gd name="connsiteY4" fmla="*/ 8843 h 1125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8">
                  <a:moveTo>
                    <a:pt x="539147" y="0"/>
                  </a:moveTo>
                  <a:lnTo>
                    <a:pt x="539147" y="1125438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1" name="Freeform 60">
              <a:extLst>
                <a:ext uri="{FF2B5EF4-FFF2-40B4-BE49-F238E27FC236}">
                  <a16:creationId xmlns:a16="http://schemas.microsoft.com/office/drawing/2014/main" id="{BC25646C-71B3-4A44-A4FE-C3CABE5580BB}"/>
                </a:ext>
              </a:extLst>
            </p:cNvPr>
            <p:cNvSpPr/>
            <p:nvPr/>
          </p:nvSpPr>
          <p:spPr>
            <a:xfrm>
              <a:off x="11652853" y="2180524"/>
              <a:ext cx="539147" cy="1125438"/>
            </a:xfrm>
            <a:custGeom>
              <a:avLst/>
              <a:gdLst>
                <a:gd name="connsiteX0" fmla="*/ 539147 w 539147"/>
                <a:gd name="connsiteY0" fmla="*/ 0 h 1125438"/>
                <a:gd name="connsiteX1" fmla="*/ 539147 w 539147"/>
                <a:gd name="connsiteY1" fmla="*/ 1125438 h 1125438"/>
                <a:gd name="connsiteX2" fmla="*/ 451423 w 539147"/>
                <a:gd name="connsiteY2" fmla="*/ 1116595 h 1125438"/>
                <a:gd name="connsiteX3" fmla="*/ 0 w 539147"/>
                <a:gd name="connsiteY3" fmla="*/ 562719 h 1125438"/>
                <a:gd name="connsiteX4" fmla="*/ 451423 w 539147"/>
                <a:gd name="connsiteY4" fmla="*/ 8843 h 1125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8">
                  <a:moveTo>
                    <a:pt x="539147" y="0"/>
                  </a:moveTo>
                  <a:lnTo>
                    <a:pt x="539147" y="1125438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9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2" name="Freeform 61">
              <a:extLst>
                <a:ext uri="{FF2B5EF4-FFF2-40B4-BE49-F238E27FC236}">
                  <a16:creationId xmlns:a16="http://schemas.microsoft.com/office/drawing/2014/main" id="{B598CFE9-67EE-E342-9EF7-F40A1E0BE59E}"/>
                </a:ext>
              </a:extLst>
            </p:cNvPr>
            <p:cNvSpPr/>
            <p:nvPr/>
          </p:nvSpPr>
          <p:spPr>
            <a:xfrm>
              <a:off x="11652853" y="809010"/>
              <a:ext cx="539147" cy="1125439"/>
            </a:xfrm>
            <a:custGeom>
              <a:avLst/>
              <a:gdLst>
                <a:gd name="connsiteX0" fmla="*/ 539147 w 539147"/>
                <a:gd name="connsiteY0" fmla="*/ 0 h 1125439"/>
                <a:gd name="connsiteX1" fmla="*/ 539147 w 539147"/>
                <a:gd name="connsiteY1" fmla="*/ 1125439 h 1125439"/>
                <a:gd name="connsiteX2" fmla="*/ 451423 w 539147"/>
                <a:gd name="connsiteY2" fmla="*/ 1116595 h 1125439"/>
                <a:gd name="connsiteX3" fmla="*/ 0 w 539147"/>
                <a:gd name="connsiteY3" fmla="*/ 562719 h 1125439"/>
                <a:gd name="connsiteX4" fmla="*/ 451423 w 539147"/>
                <a:gd name="connsiteY4" fmla="*/ 8843 h 1125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9">
                  <a:moveTo>
                    <a:pt x="539147" y="0"/>
                  </a:moveTo>
                  <a:lnTo>
                    <a:pt x="539147" y="1125439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3" name="Freeform 62">
              <a:extLst>
                <a:ext uri="{FF2B5EF4-FFF2-40B4-BE49-F238E27FC236}">
                  <a16:creationId xmlns:a16="http://schemas.microsoft.com/office/drawing/2014/main" id="{1E29AD13-94FE-1349-A28E-10F6E780F510}"/>
                </a:ext>
              </a:extLst>
            </p:cNvPr>
            <p:cNvSpPr/>
            <p:nvPr/>
          </p:nvSpPr>
          <p:spPr>
            <a:xfrm>
              <a:off x="11652853" y="1"/>
              <a:ext cx="539147" cy="562933"/>
            </a:xfrm>
            <a:custGeom>
              <a:avLst/>
              <a:gdLst>
                <a:gd name="connsiteX0" fmla="*/ 22 w 539147"/>
                <a:gd name="connsiteY0" fmla="*/ 0 h 562933"/>
                <a:gd name="connsiteX1" fmla="*/ 539147 w 539147"/>
                <a:gd name="connsiteY1" fmla="*/ 0 h 562933"/>
                <a:gd name="connsiteX2" fmla="*/ 539147 w 539147"/>
                <a:gd name="connsiteY2" fmla="*/ 562933 h 562933"/>
                <a:gd name="connsiteX3" fmla="*/ 451423 w 539147"/>
                <a:gd name="connsiteY3" fmla="*/ 554090 h 562933"/>
                <a:gd name="connsiteX4" fmla="*/ 0 w 539147"/>
                <a:gd name="connsiteY4" fmla="*/ 214 h 5629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562933">
                  <a:moveTo>
                    <a:pt x="22" y="0"/>
                  </a:moveTo>
                  <a:lnTo>
                    <a:pt x="539147" y="0"/>
                  </a:lnTo>
                  <a:lnTo>
                    <a:pt x="539147" y="562933"/>
                  </a:lnTo>
                  <a:lnTo>
                    <a:pt x="451423" y="554090"/>
                  </a:lnTo>
                  <a:cubicBezTo>
                    <a:pt x="193797" y="501372"/>
                    <a:pt x="0" y="273425"/>
                    <a:pt x="0" y="214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650648E-B4D5-4145-84E7-46B5793EA6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150" y="768351"/>
            <a:ext cx="5066001" cy="2334768"/>
          </a:xfrm>
        </p:spPr>
        <p:txBody>
          <a:bodyPr anchor="t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3B92A6-7558-3148-B855-5BC58B4159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5150" y="4255453"/>
            <a:ext cx="5066001" cy="1500187"/>
          </a:xfrm>
        </p:spPr>
        <p:txBody>
          <a:bodyPr anchor="b"/>
          <a:lstStyle>
            <a:lvl1pPr marL="0" indent="0">
              <a:buNone/>
              <a:defRPr sz="2400">
                <a:solidFill>
                  <a:schemeClr val="bg1">
                    <a:lumMod val="6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A0B541-D211-974B-97FE-C1F9473ABE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t>3/4/2025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727FB0-D95A-D543-8E29-6E5F22B491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9C4404-F49D-9F48-A10B-1F60870B44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17335" y="6141085"/>
            <a:ext cx="813816" cy="365125"/>
          </a:xfrm>
        </p:spPr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D6A1FD1-D82F-3141-8687-8D7C0631C215}"/>
              </a:ext>
            </a:extLst>
          </p:cNvPr>
          <p:cNvCxnSpPr>
            <a:cxnSpLocks/>
          </p:cNvCxnSpPr>
          <p:nvPr/>
        </p:nvCxnSpPr>
        <p:spPr>
          <a:xfrm>
            <a:off x="565150" y="6087110"/>
            <a:ext cx="5066001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867058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>
            <a:extLst>
              <a:ext uri="{FF2B5EF4-FFF2-40B4-BE49-F238E27FC236}">
                <a16:creationId xmlns:a16="http://schemas.microsoft.com/office/drawing/2014/main" id="{442ECFEB-12CF-4C4F-BC8A-5816C27CA565}"/>
              </a:ext>
            </a:extLst>
          </p:cNvPr>
          <p:cNvGrpSpPr/>
          <p:nvPr/>
        </p:nvGrpSpPr>
        <p:grpSpPr>
          <a:xfrm>
            <a:off x="10290315" y="0"/>
            <a:ext cx="1901686" cy="6858000"/>
            <a:chOff x="10290315" y="0"/>
            <a:chExt cx="1901686" cy="6858000"/>
          </a:xfrm>
        </p:grpSpPr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626C9482-2804-144B-88B2-0AF191BD757D}"/>
                </a:ext>
              </a:extLst>
            </p:cNvPr>
            <p:cNvSpPr/>
            <p:nvPr/>
          </p:nvSpPr>
          <p:spPr>
            <a:xfrm>
              <a:off x="10290315" y="806362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71363F79-96BD-9240-86E2-DF26C9C2437D}"/>
                </a:ext>
              </a:extLst>
            </p:cNvPr>
            <p:cNvSpPr/>
            <p:nvPr/>
          </p:nvSpPr>
          <p:spPr>
            <a:xfrm>
              <a:off x="10290315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153F0BF1-DA57-1D49-82F0-802F4D385A85}"/>
                </a:ext>
              </a:extLst>
            </p:cNvPr>
            <p:cNvSpPr/>
            <p:nvPr/>
          </p:nvSpPr>
          <p:spPr>
            <a:xfrm>
              <a:off x="11653180" y="6295093"/>
              <a:ext cx="538821" cy="562907"/>
            </a:xfrm>
            <a:custGeom>
              <a:avLst/>
              <a:gdLst>
                <a:gd name="connsiteX0" fmla="*/ 538821 w 538821"/>
                <a:gd name="connsiteY0" fmla="*/ 0 h 562907"/>
                <a:gd name="connsiteX1" fmla="*/ 538821 w 538821"/>
                <a:gd name="connsiteY1" fmla="*/ 562907 h 562907"/>
                <a:gd name="connsiteX2" fmla="*/ 22 w 538821"/>
                <a:gd name="connsiteY2" fmla="*/ 562907 h 562907"/>
                <a:gd name="connsiteX3" fmla="*/ 0 w 538821"/>
                <a:gd name="connsiteY3" fmla="*/ 562686 h 562907"/>
                <a:gd name="connsiteX4" fmla="*/ 451422 w 538821"/>
                <a:gd name="connsiteY4" fmla="*/ 8810 h 562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907">
                  <a:moveTo>
                    <a:pt x="538821" y="0"/>
                  </a:moveTo>
                  <a:lnTo>
                    <a:pt x="538821" y="562907"/>
                  </a:lnTo>
                  <a:lnTo>
                    <a:pt x="22" y="562907"/>
                  </a:lnTo>
                  <a:lnTo>
                    <a:pt x="0" y="562686"/>
                  </a:ln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8CD42A1B-A03A-C946-8A2A-CE437EA433FD}"/>
                </a:ext>
              </a:extLst>
            </p:cNvPr>
            <p:cNvSpPr/>
            <p:nvPr/>
          </p:nvSpPr>
          <p:spPr>
            <a:xfrm>
              <a:off x="11653180" y="3552066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5591FE00-3AAF-9B4B-8107-E94D50828227}"/>
                </a:ext>
              </a:extLst>
            </p:cNvPr>
            <p:cNvSpPr/>
            <p:nvPr/>
          </p:nvSpPr>
          <p:spPr>
            <a:xfrm>
              <a:off x="11653180" y="2180552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149E92E9-89A7-4842-B271-411C7DF75D2D}"/>
                </a:ext>
              </a:extLst>
            </p:cNvPr>
            <p:cNvSpPr/>
            <p:nvPr/>
          </p:nvSpPr>
          <p:spPr>
            <a:xfrm>
              <a:off x="11653180" y="809039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4DC29C99-0841-9F46-AB1A-E9751DFE4487}"/>
                </a:ext>
              </a:extLst>
            </p:cNvPr>
            <p:cNvSpPr/>
            <p:nvPr/>
          </p:nvSpPr>
          <p:spPr>
            <a:xfrm>
              <a:off x="11653180" y="0"/>
              <a:ext cx="538821" cy="562898"/>
            </a:xfrm>
            <a:custGeom>
              <a:avLst/>
              <a:gdLst>
                <a:gd name="connsiteX0" fmla="*/ 21 w 538821"/>
                <a:gd name="connsiteY0" fmla="*/ 0 h 562898"/>
                <a:gd name="connsiteX1" fmla="*/ 538821 w 538821"/>
                <a:gd name="connsiteY1" fmla="*/ 0 h 562898"/>
                <a:gd name="connsiteX2" fmla="*/ 538821 w 538821"/>
                <a:gd name="connsiteY2" fmla="*/ 562898 h 562898"/>
                <a:gd name="connsiteX3" fmla="*/ 451422 w 538821"/>
                <a:gd name="connsiteY3" fmla="*/ 554087 h 562898"/>
                <a:gd name="connsiteX4" fmla="*/ 0 w 538821"/>
                <a:gd name="connsiteY4" fmla="*/ 211 h 56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898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E0AB684-BDA8-014B-8DCC-125F8B8DCE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540E05-0F5F-6243-AD57-66BFC33ADBA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62851" y="2365755"/>
            <a:ext cx="5239512" cy="33954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170B3A4-11FE-D94C-9B93-255E362310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89638" y="2365755"/>
            <a:ext cx="5239512" cy="33954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7BEEAF-F881-6E48-84AF-E5CEEF1C71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t>3/4/2025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472753-1CC3-9244-9AF0-6927018A64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DD55D0-FCC7-AC42-9810-9B49E33489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FC736C3-88FB-244C-83B8-B2856998D221}"/>
              </a:ext>
            </a:extLst>
          </p:cNvPr>
          <p:cNvCxnSpPr>
            <a:cxnSpLocks/>
          </p:cNvCxnSpPr>
          <p:nvPr/>
        </p:nvCxnSpPr>
        <p:spPr>
          <a:xfrm>
            <a:off x="565150" y="6087110"/>
            <a:ext cx="11058344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553569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>
            <a:extLst>
              <a:ext uri="{FF2B5EF4-FFF2-40B4-BE49-F238E27FC236}">
                <a16:creationId xmlns:a16="http://schemas.microsoft.com/office/drawing/2014/main" id="{B7D16A9C-7411-5242-A59C-816B8907E3BE}"/>
              </a:ext>
            </a:extLst>
          </p:cNvPr>
          <p:cNvGrpSpPr/>
          <p:nvPr/>
        </p:nvGrpSpPr>
        <p:grpSpPr>
          <a:xfrm>
            <a:off x="10290315" y="0"/>
            <a:ext cx="1901686" cy="6858000"/>
            <a:chOff x="10290315" y="0"/>
            <a:chExt cx="1901686" cy="6858000"/>
          </a:xfrm>
        </p:grpSpPr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A997260B-7D44-7049-B605-7FD6E6CE5612}"/>
                </a:ext>
              </a:extLst>
            </p:cNvPr>
            <p:cNvSpPr/>
            <p:nvPr/>
          </p:nvSpPr>
          <p:spPr>
            <a:xfrm>
              <a:off x="10290315" y="806362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5D6AF601-77C3-D74A-B1E5-7F33703A6927}"/>
                </a:ext>
              </a:extLst>
            </p:cNvPr>
            <p:cNvSpPr/>
            <p:nvPr/>
          </p:nvSpPr>
          <p:spPr>
            <a:xfrm>
              <a:off x="10290315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4DFCA921-0F9E-2E41-A285-75409E25501A}"/>
                </a:ext>
              </a:extLst>
            </p:cNvPr>
            <p:cNvSpPr/>
            <p:nvPr/>
          </p:nvSpPr>
          <p:spPr>
            <a:xfrm>
              <a:off x="11653180" y="6295093"/>
              <a:ext cx="538821" cy="562907"/>
            </a:xfrm>
            <a:custGeom>
              <a:avLst/>
              <a:gdLst>
                <a:gd name="connsiteX0" fmla="*/ 538821 w 538821"/>
                <a:gd name="connsiteY0" fmla="*/ 0 h 562907"/>
                <a:gd name="connsiteX1" fmla="*/ 538821 w 538821"/>
                <a:gd name="connsiteY1" fmla="*/ 562907 h 562907"/>
                <a:gd name="connsiteX2" fmla="*/ 22 w 538821"/>
                <a:gd name="connsiteY2" fmla="*/ 562907 h 562907"/>
                <a:gd name="connsiteX3" fmla="*/ 0 w 538821"/>
                <a:gd name="connsiteY3" fmla="*/ 562686 h 562907"/>
                <a:gd name="connsiteX4" fmla="*/ 451422 w 538821"/>
                <a:gd name="connsiteY4" fmla="*/ 8810 h 562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907">
                  <a:moveTo>
                    <a:pt x="538821" y="0"/>
                  </a:moveTo>
                  <a:lnTo>
                    <a:pt x="538821" y="562907"/>
                  </a:lnTo>
                  <a:lnTo>
                    <a:pt x="22" y="562907"/>
                  </a:lnTo>
                  <a:lnTo>
                    <a:pt x="0" y="562686"/>
                  </a:ln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120B9E03-438B-FC42-9DA1-835D5BC3FE88}"/>
                </a:ext>
              </a:extLst>
            </p:cNvPr>
            <p:cNvSpPr/>
            <p:nvPr/>
          </p:nvSpPr>
          <p:spPr>
            <a:xfrm>
              <a:off x="11653180" y="3552066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4D670E1F-61CD-8940-A898-6D5092A78BB9}"/>
                </a:ext>
              </a:extLst>
            </p:cNvPr>
            <p:cNvSpPr/>
            <p:nvPr/>
          </p:nvSpPr>
          <p:spPr>
            <a:xfrm>
              <a:off x="11653180" y="2180552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080C64CF-0C6A-3449-9709-AE038C4A7995}"/>
                </a:ext>
              </a:extLst>
            </p:cNvPr>
            <p:cNvSpPr/>
            <p:nvPr/>
          </p:nvSpPr>
          <p:spPr>
            <a:xfrm>
              <a:off x="11653180" y="809039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FEC46D5B-957F-A24C-8E36-CC71F660EC8B}"/>
                </a:ext>
              </a:extLst>
            </p:cNvPr>
            <p:cNvSpPr/>
            <p:nvPr/>
          </p:nvSpPr>
          <p:spPr>
            <a:xfrm>
              <a:off x="11653180" y="0"/>
              <a:ext cx="538821" cy="562898"/>
            </a:xfrm>
            <a:custGeom>
              <a:avLst/>
              <a:gdLst>
                <a:gd name="connsiteX0" fmla="*/ 21 w 538821"/>
                <a:gd name="connsiteY0" fmla="*/ 0 h 562898"/>
                <a:gd name="connsiteX1" fmla="*/ 538821 w 538821"/>
                <a:gd name="connsiteY1" fmla="*/ 0 h 562898"/>
                <a:gd name="connsiteX2" fmla="*/ 538821 w 538821"/>
                <a:gd name="connsiteY2" fmla="*/ 562898 h 562898"/>
                <a:gd name="connsiteX3" fmla="*/ 451422 w 538821"/>
                <a:gd name="connsiteY3" fmla="*/ 554087 h 562898"/>
                <a:gd name="connsiteX4" fmla="*/ 0 w 538821"/>
                <a:gd name="connsiteY4" fmla="*/ 211 h 56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898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058182F-7B5E-FD42-AFC6-A3848D8332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928" y="768096"/>
            <a:ext cx="7333488" cy="12710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D9E4DE-75C0-C841-A68D-9D7BBAD76C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2149" y="2365756"/>
            <a:ext cx="523951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5C87F7-356E-9E43-97A0-D972B22853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62149" y="3189668"/>
            <a:ext cx="5239512" cy="2571557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DAB4C28-30CB-CC4E-A25E-F4FEFA49BCA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83066" y="2365756"/>
            <a:ext cx="523951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9ED0191-963B-1E4C-BEC5-9B42E39514A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83066" y="3189668"/>
            <a:ext cx="5239512" cy="2571557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F0E0BED-3EB7-BB4A-A556-FA967FB011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t>3/4/2025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6A2466A-4D90-174C-B382-AC4674D721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6EADE49-8082-214B-9742-5EE8DA2E9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5E39200-18D5-014B-BAB8-FF5D0BA15E0C}"/>
              </a:ext>
            </a:extLst>
          </p:cNvPr>
          <p:cNvCxnSpPr>
            <a:cxnSpLocks/>
          </p:cNvCxnSpPr>
          <p:nvPr/>
        </p:nvCxnSpPr>
        <p:spPr>
          <a:xfrm>
            <a:off x="565150" y="6087110"/>
            <a:ext cx="11058344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375944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>
            <a:extLst>
              <a:ext uri="{FF2B5EF4-FFF2-40B4-BE49-F238E27FC236}">
                <a16:creationId xmlns:a16="http://schemas.microsoft.com/office/drawing/2014/main" id="{D7DF52F6-A06E-0343-95B8-DAAC38DB4B8C}"/>
              </a:ext>
            </a:extLst>
          </p:cNvPr>
          <p:cNvGrpSpPr/>
          <p:nvPr/>
        </p:nvGrpSpPr>
        <p:grpSpPr>
          <a:xfrm>
            <a:off x="10290315" y="0"/>
            <a:ext cx="1901686" cy="6858000"/>
            <a:chOff x="10290315" y="0"/>
            <a:chExt cx="1901686" cy="6858000"/>
          </a:xfrm>
        </p:grpSpPr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67092C52-7052-0749-9DA0-9374DBF495AE}"/>
                </a:ext>
              </a:extLst>
            </p:cNvPr>
            <p:cNvSpPr/>
            <p:nvPr/>
          </p:nvSpPr>
          <p:spPr>
            <a:xfrm>
              <a:off x="10290315" y="806362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C64E1C2F-81E1-C44D-859C-946596C950F2}"/>
                </a:ext>
              </a:extLst>
            </p:cNvPr>
            <p:cNvSpPr/>
            <p:nvPr/>
          </p:nvSpPr>
          <p:spPr>
            <a:xfrm>
              <a:off x="10290315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53626485-4263-0A44-9561-E278A7056C33}"/>
                </a:ext>
              </a:extLst>
            </p:cNvPr>
            <p:cNvSpPr/>
            <p:nvPr/>
          </p:nvSpPr>
          <p:spPr>
            <a:xfrm>
              <a:off x="11653180" y="6295093"/>
              <a:ext cx="538821" cy="562907"/>
            </a:xfrm>
            <a:custGeom>
              <a:avLst/>
              <a:gdLst>
                <a:gd name="connsiteX0" fmla="*/ 538821 w 538821"/>
                <a:gd name="connsiteY0" fmla="*/ 0 h 562907"/>
                <a:gd name="connsiteX1" fmla="*/ 538821 w 538821"/>
                <a:gd name="connsiteY1" fmla="*/ 562907 h 562907"/>
                <a:gd name="connsiteX2" fmla="*/ 22 w 538821"/>
                <a:gd name="connsiteY2" fmla="*/ 562907 h 562907"/>
                <a:gd name="connsiteX3" fmla="*/ 0 w 538821"/>
                <a:gd name="connsiteY3" fmla="*/ 562686 h 562907"/>
                <a:gd name="connsiteX4" fmla="*/ 451422 w 538821"/>
                <a:gd name="connsiteY4" fmla="*/ 8810 h 562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907">
                  <a:moveTo>
                    <a:pt x="538821" y="0"/>
                  </a:moveTo>
                  <a:lnTo>
                    <a:pt x="538821" y="562907"/>
                  </a:lnTo>
                  <a:lnTo>
                    <a:pt x="22" y="562907"/>
                  </a:lnTo>
                  <a:lnTo>
                    <a:pt x="0" y="562686"/>
                  </a:ln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7D45AAB5-3CCC-DE4A-A962-3702911B55CC}"/>
                </a:ext>
              </a:extLst>
            </p:cNvPr>
            <p:cNvSpPr/>
            <p:nvPr/>
          </p:nvSpPr>
          <p:spPr>
            <a:xfrm>
              <a:off x="11653180" y="3552066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8CAFB16F-8EDE-D44F-A51E-34EDC41E7404}"/>
                </a:ext>
              </a:extLst>
            </p:cNvPr>
            <p:cNvSpPr/>
            <p:nvPr/>
          </p:nvSpPr>
          <p:spPr>
            <a:xfrm>
              <a:off x="11653180" y="2180552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DCD51329-732C-BB4C-98E5-715BAF9F8853}"/>
                </a:ext>
              </a:extLst>
            </p:cNvPr>
            <p:cNvSpPr/>
            <p:nvPr/>
          </p:nvSpPr>
          <p:spPr>
            <a:xfrm>
              <a:off x="11653180" y="809039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192B5D44-BC55-AF4C-984D-C8231B22F80B}"/>
                </a:ext>
              </a:extLst>
            </p:cNvPr>
            <p:cNvSpPr/>
            <p:nvPr/>
          </p:nvSpPr>
          <p:spPr>
            <a:xfrm>
              <a:off x="11653180" y="0"/>
              <a:ext cx="538821" cy="562898"/>
            </a:xfrm>
            <a:custGeom>
              <a:avLst/>
              <a:gdLst>
                <a:gd name="connsiteX0" fmla="*/ 21 w 538821"/>
                <a:gd name="connsiteY0" fmla="*/ 0 h 562898"/>
                <a:gd name="connsiteX1" fmla="*/ 538821 w 538821"/>
                <a:gd name="connsiteY1" fmla="*/ 0 h 562898"/>
                <a:gd name="connsiteX2" fmla="*/ 538821 w 538821"/>
                <a:gd name="connsiteY2" fmla="*/ 562898 h 562898"/>
                <a:gd name="connsiteX3" fmla="*/ 451422 w 538821"/>
                <a:gd name="connsiteY3" fmla="*/ 554087 h 562898"/>
                <a:gd name="connsiteX4" fmla="*/ 0 w 538821"/>
                <a:gd name="connsiteY4" fmla="*/ 211 h 56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898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FA1E9E2-564E-7049-A22F-BB5B876BAB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6359D05-C08D-7747-B2FC-3F62B33573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t>3/4/2025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2FF615-BB08-A844-B689-BAA7C50407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63A67D-F96F-4849-8C83-49CC3A6539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DCFAAB9-2B6B-8D4C-A748-433E2C393EA6}"/>
              </a:ext>
            </a:extLst>
          </p:cNvPr>
          <p:cNvCxnSpPr>
            <a:cxnSpLocks/>
          </p:cNvCxnSpPr>
          <p:nvPr/>
        </p:nvCxnSpPr>
        <p:spPr>
          <a:xfrm>
            <a:off x="565150" y="6087110"/>
            <a:ext cx="11058344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85254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8BCA70-D63D-40F6-B9B3-4E49B96E27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pPr/>
              <a:t>3/4/2025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F12559-BD91-4904-A24A-0CF0A2324A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658BB7-74A5-4A6F-A0FF-021E68F02B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CAEC-7D34-E549-A96E-FCEDAADBE4B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77530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D0914A35-7AAF-4B42-9C68-47A633EFD9D0}"/>
              </a:ext>
            </a:extLst>
          </p:cNvPr>
          <p:cNvGrpSpPr/>
          <p:nvPr/>
        </p:nvGrpSpPr>
        <p:grpSpPr>
          <a:xfrm>
            <a:off x="10290315" y="0"/>
            <a:ext cx="1901686" cy="6858000"/>
            <a:chOff x="10290315" y="0"/>
            <a:chExt cx="1901686" cy="6858000"/>
          </a:xfrm>
        </p:grpSpPr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DABCED79-0E70-FB4D-ABF2-D859BF5556E4}"/>
                </a:ext>
              </a:extLst>
            </p:cNvPr>
            <p:cNvSpPr/>
            <p:nvPr/>
          </p:nvSpPr>
          <p:spPr>
            <a:xfrm>
              <a:off x="10290315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8364885D-A3A4-5144-AB4E-7624F27287E6}"/>
                </a:ext>
              </a:extLst>
            </p:cNvPr>
            <p:cNvSpPr/>
            <p:nvPr/>
          </p:nvSpPr>
          <p:spPr>
            <a:xfrm>
              <a:off x="11653180" y="6295093"/>
              <a:ext cx="538821" cy="562907"/>
            </a:xfrm>
            <a:custGeom>
              <a:avLst/>
              <a:gdLst>
                <a:gd name="connsiteX0" fmla="*/ 538821 w 538821"/>
                <a:gd name="connsiteY0" fmla="*/ 0 h 562907"/>
                <a:gd name="connsiteX1" fmla="*/ 538821 w 538821"/>
                <a:gd name="connsiteY1" fmla="*/ 562907 h 562907"/>
                <a:gd name="connsiteX2" fmla="*/ 22 w 538821"/>
                <a:gd name="connsiteY2" fmla="*/ 562907 h 562907"/>
                <a:gd name="connsiteX3" fmla="*/ 0 w 538821"/>
                <a:gd name="connsiteY3" fmla="*/ 562686 h 562907"/>
                <a:gd name="connsiteX4" fmla="*/ 451422 w 538821"/>
                <a:gd name="connsiteY4" fmla="*/ 8810 h 562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907">
                  <a:moveTo>
                    <a:pt x="538821" y="0"/>
                  </a:moveTo>
                  <a:lnTo>
                    <a:pt x="538821" y="562907"/>
                  </a:lnTo>
                  <a:lnTo>
                    <a:pt x="22" y="562907"/>
                  </a:lnTo>
                  <a:lnTo>
                    <a:pt x="0" y="562686"/>
                  </a:ln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D22073D5-CC72-0549-BD26-F7AF9851BE45}"/>
                </a:ext>
              </a:extLst>
            </p:cNvPr>
            <p:cNvSpPr/>
            <p:nvPr/>
          </p:nvSpPr>
          <p:spPr>
            <a:xfrm>
              <a:off x="11653180" y="3552066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1827A049-C9FD-554E-9B01-F151B0D9E86B}"/>
                </a:ext>
              </a:extLst>
            </p:cNvPr>
            <p:cNvSpPr/>
            <p:nvPr/>
          </p:nvSpPr>
          <p:spPr>
            <a:xfrm>
              <a:off x="11653180" y="2180552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76832559-4D18-8744-AB91-9FCFAB732477}"/>
                </a:ext>
              </a:extLst>
            </p:cNvPr>
            <p:cNvSpPr/>
            <p:nvPr/>
          </p:nvSpPr>
          <p:spPr>
            <a:xfrm>
              <a:off x="11653180" y="809039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BF97A623-E5DC-1B44-B687-8643B9F0D741}"/>
                </a:ext>
              </a:extLst>
            </p:cNvPr>
            <p:cNvSpPr/>
            <p:nvPr/>
          </p:nvSpPr>
          <p:spPr>
            <a:xfrm>
              <a:off x="11653180" y="0"/>
              <a:ext cx="538821" cy="562898"/>
            </a:xfrm>
            <a:custGeom>
              <a:avLst/>
              <a:gdLst>
                <a:gd name="connsiteX0" fmla="*/ 21 w 538821"/>
                <a:gd name="connsiteY0" fmla="*/ 0 h 562898"/>
                <a:gd name="connsiteX1" fmla="*/ 538821 w 538821"/>
                <a:gd name="connsiteY1" fmla="*/ 0 h 562898"/>
                <a:gd name="connsiteX2" fmla="*/ 538821 w 538821"/>
                <a:gd name="connsiteY2" fmla="*/ 562898 h 562898"/>
                <a:gd name="connsiteX3" fmla="*/ 451422 w 538821"/>
                <a:gd name="connsiteY3" fmla="*/ 554087 h 562898"/>
                <a:gd name="connsiteX4" fmla="*/ 0 w 538821"/>
                <a:gd name="connsiteY4" fmla="*/ 211 h 56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898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637BBE1-2C82-4E45-B5C5-35E07B05EA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151" y="764973"/>
            <a:ext cx="3609982" cy="1395043"/>
          </a:xfrm>
        </p:spPr>
        <p:txBody>
          <a:bodyPr anchor="t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201F2E-A734-364B-8A7D-990D6B8893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04832" y="770890"/>
            <a:ext cx="6112517" cy="480057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57CBAD9-5515-1748-8E77-F48160F4ED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65150" y="2160016"/>
            <a:ext cx="3609983" cy="370897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A6C22B-80D4-AA42-9999-401E37B469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t>3/4/2025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055DE4-33E8-7F4B-9334-95EA60845C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470FA5-21EE-D742-8F01-C1BAE0FDB0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EF966AA-D7DF-F84D-80D4-E216A641B005}"/>
              </a:ext>
            </a:extLst>
          </p:cNvPr>
          <p:cNvCxnSpPr>
            <a:cxnSpLocks/>
          </p:cNvCxnSpPr>
          <p:nvPr/>
        </p:nvCxnSpPr>
        <p:spPr>
          <a:xfrm>
            <a:off x="565150" y="6087110"/>
            <a:ext cx="11058344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241679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210D391A-F01E-4947-8A01-95438AA0B323}"/>
              </a:ext>
            </a:extLst>
          </p:cNvPr>
          <p:cNvGrpSpPr/>
          <p:nvPr/>
        </p:nvGrpSpPr>
        <p:grpSpPr>
          <a:xfrm>
            <a:off x="10290315" y="0"/>
            <a:ext cx="1901686" cy="6858000"/>
            <a:chOff x="10290315" y="0"/>
            <a:chExt cx="1901686" cy="6858000"/>
          </a:xfrm>
        </p:grpSpPr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7D499306-B4E0-064D-8F6C-96E9C4BD04DA}"/>
                </a:ext>
              </a:extLst>
            </p:cNvPr>
            <p:cNvSpPr/>
            <p:nvPr/>
          </p:nvSpPr>
          <p:spPr>
            <a:xfrm>
              <a:off x="10290315" y="806362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AF3D0241-0A21-8047-8CE3-B3FDD5FDF719}"/>
                </a:ext>
              </a:extLst>
            </p:cNvPr>
            <p:cNvSpPr/>
            <p:nvPr/>
          </p:nvSpPr>
          <p:spPr>
            <a:xfrm>
              <a:off x="10290315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13083F97-6891-0447-957C-AB0834B826D2}"/>
                </a:ext>
              </a:extLst>
            </p:cNvPr>
            <p:cNvSpPr/>
            <p:nvPr/>
          </p:nvSpPr>
          <p:spPr>
            <a:xfrm>
              <a:off x="11653180" y="6295093"/>
              <a:ext cx="538821" cy="562907"/>
            </a:xfrm>
            <a:custGeom>
              <a:avLst/>
              <a:gdLst>
                <a:gd name="connsiteX0" fmla="*/ 538821 w 538821"/>
                <a:gd name="connsiteY0" fmla="*/ 0 h 562907"/>
                <a:gd name="connsiteX1" fmla="*/ 538821 w 538821"/>
                <a:gd name="connsiteY1" fmla="*/ 562907 h 562907"/>
                <a:gd name="connsiteX2" fmla="*/ 22 w 538821"/>
                <a:gd name="connsiteY2" fmla="*/ 562907 h 562907"/>
                <a:gd name="connsiteX3" fmla="*/ 0 w 538821"/>
                <a:gd name="connsiteY3" fmla="*/ 562686 h 562907"/>
                <a:gd name="connsiteX4" fmla="*/ 451422 w 538821"/>
                <a:gd name="connsiteY4" fmla="*/ 8810 h 562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907">
                  <a:moveTo>
                    <a:pt x="538821" y="0"/>
                  </a:moveTo>
                  <a:lnTo>
                    <a:pt x="538821" y="562907"/>
                  </a:lnTo>
                  <a:lnTo>
                    <a:pt x="22" y="562907"/>
                  </a:lnTo>
                  <a:lnTo>
                    <a:pt x="0" y="562686"/>
                  </a:ln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B2EF7D75-E7C1-5147-A03B-3EC641CF3B08}"/>
                </a:ext>
              </a:extLst>
            </p:cNvPr>
            <p:cNvSpPr/>
            <p:nvPr/>
          </p:nvSpPr>
          <p:spPr>
            <a:xfrm>
              <a:off x="11653180" y="3552066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A6D7CA94-94B4-C140-8C68-01C0ADFA1C71}"/>
                </a:ext>
              </a:extLst>
            </p:cNvPr>
            <p:cNvSpPr/>
            <p:nvPr/>
          </p:nvSpPr>
          <p:spPr>
            <a:xfrm>
              <a:off x="11653180" y="2180552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211CD629-C318-A848-BDDE-BBA9465EBF9D}"/>
                </a:ext>
              </a:extLst>
            </p:cNvPr>
            <p:cNvSpPr/>
            <p:nvPr/>
          </p:nvSpPr>
          <p:spPr>
            <a:xfrm>
              <a:off x="11653180" y="809039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2A5AC1F8-1370-E946-977E-E4CFC6947BAB}"/>
                </a:ext>
              </a:extLst>
            </p:cNvPr>
            <p:cNvSpPr/>
            <p:nvPr/>
          </p:nvSpPr>
          <p:spPr>
            <a:xfrm>
              <a:off x="11653180" y="0"/>
              <a:ext cx="538821" cy="562898"/>
            </a:xfrm>
            <a:custGeom>
              <a:avLst/>
              <a:gdLst>
                <a:gd name="connsiteX0" fmla="*/ 21 w 538821"/>
                <a:gd name="connsiteY0" fmla="*/ 0 h 562898"/>
                <a:gd name="connsiteX1" fmla="*/ 538821 w 538821"/>
                <a:gd name="connsiteY1" fmla="*/ 0 h 562898"/>
                <a:gd name="connsiteX2" fmla="*/ 538821 w 538821"/>
                <a:gd name="connsiteY2" fmla="*/ 562898 h 562898"/>
                <a:gd name="connsiteX3" fmla="*/ 451422 w 538821"/>
                <a:gd name="connsiteY3" fmla="*/ 554087 h 562898"/>
                <a:gd name="connsiteX4" fmla="*/ 0 w 538821"/>
                <a:gd name="connsiteY4" fmla="*/ 211 h 56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898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4CEE63B-B967-0A48-9623-220376760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150" y="770889"/>
            <a:ext cx="3609983" cy="1389127"/>
          </a:xfrm>
        </p:spPr>
        <p:txBody>
          <a:bodyPr anchor="t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211F680-28C8-FA44-9CD5-20709DA02EA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223838" y="890816"/>
            <a:ext cx="6060136" cy="4870411"/>
          </a:xfrm>
          <a:solidFill>
            <a:schemeClr val="bg2"/>
          </a:solid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D507CD-197E-BB4C-83A6-DA3FC97A22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65150" y="2160016"/>
            <a:ext cx="3609983" cy="360121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9E00AC-DF6C-D548-8A06-D6269BDB0A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t>3/4/2025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ED113B-57D4-9A4F-BFE0-2A3963B425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0D9954-FA18-8948-AA52-21CED05947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E3EB25D-2379-5040-B990-1C99B0B7D931}"/>
              </a:ext>
            </a:extLst>
          </p:cNvPr>
          <p:cNvCxnSpPr>
            <a:cxnSpLocks/>
          </p:cNvCxnSpPr>
          <p:nvPr/>
        </p:nvCxnSpPr>
        <p:spPr>
          <a:xfrm>
            <a:off x="565150" y="6087110"/>
            <a:ext cx="11058344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397538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>
            <a:extLst>
              <a:ext uri="{FF2B5EF4-FFF2-40B4-BE49-F238E27FC236}">
                <a16:creationId xmlns:a16="http://schemas.microsoft.com/office/drawing/2014/main" id="{7ED46EE4-CE67-DD46-A751-9FEA049A22B8}"/>
              </a:ext>
            </a:extLst>
          </p:cNvPr>
          <p:cNvGrpSpPr/>
          <p:nvPr/>
        </p:nvGrpSpPr>
        <p:grpSpPr>
          <a:xfrm>
            <a:off x="8928528" y="0"/>
            <a:ext cx="3263472" cy="6858000"/>
            <a:chOff x="8928528" y="0"/>
            <a:chExt cx="3263472" cy="6858000"/>
          </a:xfrm>
        </p:grpSpPr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955C5B70-D34F-8A49-B220-808CE2BBB7F3}"/>
                </a:ext>
              </a:extLst>
            </p:cNvPr>
            <p:cNvSpPr/>
            <p:nvPr/>
          </p:nvSpPr>
          <p:spPr>
            <a:xfrm>
              <a:off x="8928528" y="4918120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4BBFE624-6DBD-8541-B43B-180C0AFA21F0}"/>
                </a:ext>
              </a:extLst>
            </p:cNvPr>
            <p:cNvSpPr/>
            <p:nvPr/>
          </p:nvSpPr>
          <p:spPr>
            <a:xfrm>
              <a:off x="8928528" y="0"/>
              <a:ext cx="1130724" cy="565573"/>
            </a:xfrm>
            <a:custGeom>
              <a:avLst/>
              <a:gdLst>
                <a:gd name="connsiteX0" fmla="*/ 22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2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6E01AC23-2120-A542-B140-5A29AA27A2C8}"/>
                </a:ext>
              </a:extLst>
            </p:cNvPr>
            <p:cNvSpPr/>
            <p:nvPr/>
          </p:nvSpPr>
          <p:spPr>
            <a:xfrm>
              <a:off x="10291391" y="6292417"/>
              <a:ext cx="1130724" cy="565583"/>
            </a:xfrm>
            <a:custGeom>
              <a:avLst/>
              <a:gdLst>
                <a:gd name="connsiteX0" fmla="*/ 565362 w 1130724"/>
                <a:gd name="connsiteY0" fmla="*/ 0 h 565583"/>
                <a:gd name="connsiteX1" fmla="*/ 1130724 w 1130724"/>
                <a:gd name="connsiteY1" fmla="*/ 565362 h 565583"/>
                <a:gd name="connsiteX2" fmla="*/ 1130702 w 1130724"/>
                <a:gd name="connsiteY2" fmla="*/ 565583 h 565583"/>
                <a:gd name="connsiteX3" fmla="*/ 22 w 1130724"/>
                <a:gd name="connsiteY3" fmla="*/ 565583 h 565583"/>
                <a:gd name="connsiteX4" fmla="*/ 0 w 1130724"/>
                <a:gd name="connsiteY4" fmla="*/ 565362 h 565583"/>
                <a:gd name="connsiteX5" fmla="*/ 565362 w 1130724"/>
                <a:gd name="connsiteY5" fmla="*/ 0 h 5655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4" h="565583">
                  <a:moveTo>
                    <a:pt x="565362" y="0"/>
                  </a:moveTo>
                  <a:cubicBezTo>
                    <a:pt x="877603" y="0"/>
                    <a:pt x="1130724" y="253121"/>
                    <a:pt x="1130724" y="565362"/>
                  </a:cubicBezTo>
                  <a:lnTo>
                    <a:pt x="1130702" y="565583"/>
                  </a:lnTo>
                  <a:lnTo>
                    <a:pt x="22" y="565583"/>
                  </a:lnTo>
                  <a:lnTo>
                    <a:pt x="0" y="565362"/>
                  </a:lnTo>
                  <a:cubicBezTo>
                    <a:pt x="0" y="253121"/>
                    <a:pt x="253121" y="0"/>
                    <a:pt x="565362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154689C0-9C35-9B4D-906B-DA287DA55A38}"/>
                </a:ext>
              </a:extLst>
            </p:cNvPr>
            <p:cNvSpPr/>
            <p:nvPr/>
          </p:nvSpPr>
          <p:spPr>
            <a:xfrm>
              <a:off x="10291392" y="3549390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696570F0-11E0-6147-9053-E3A4B5DBA0E4}"/>
                </a:ext>
              </a:extLst>
            </p:cNvPr>
            <p:cNvSpPr/>
            <p:nvPr/>
          </p:nvSpPr>
          <p:spPr>
            <a:xfrm>
              <a:off x="10291392" y="2177876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9BDD97F6-A366-B54A-B889-42E97AFEDE37}"/>
                </a:ext>
              </a:extLst>
            </p:cNvPr>
            <p:cNvSpPr/>
            <p:nvPr/>
          </p:nvSpPr>
          <p:spPr>
            <a:xfrm>
              <a:off x="10291392" y="806363"/>
              <a:ext cx="1130724" cy="1130723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58E853BC-EE80-374B-B823-8D51A948C4CF}"/>
                </a:ext>
              </a:extLst>
            </p:cNvPr>
            <p:cNvSpPr/>
            <p:nvPr/>
          </p:nvSpPr>
          <p:spPr>
            <a:xfrm>
              <a:off x="10291392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0" name="Freeform 29">
              <a:extLst>
                <a:ext uri="{FF2B5EF4-FFF2-40B4-BE49-F238E27FC236}">
                  <a16:creationId xmlns:a16="http://schemas.microsoft.com/office/drawing/2014/main" id="{4B5B70B1-649D-9848-B5D4-6DE04D55F5F0}"/>
                </a:ext>
              </a:extLst>
            </p:cNvPr>
            <p:cNvSpPr/>
            <p:nvPr/>
          </p:nvSpPr>
          <p:spPr>
            <a:xfrm>
              <a:off x="11654256" y="6295201"/>
              <a:ext cx="537744" cy="562799"/>
            </a:xfrm>
            <a:custGeom>
              <a:avLst/>
              <a:gdLst>
                <a:gd name="connsiteX0" fmla="*/ 537744 w 537744"/>
                <a:gd name="connsiteY0" fmla="*/ 0 h 562799"/>
                <a:gd name="connsiteX1" fmla="*/ 537744 w 537744"/>
                <a:gd name="connsiteY1" fmla="*/ 562799 h 562799"/>
                <a:gd name="connsiteX2" fmla="*/ 22 w 537744"/>
                <a:gd name="connsiteY2" fmla="*/ 562799 h 562799"/>
                <a:gd name="connsiteX3" fmla="*/ 0 w 537744"/>
                <a:gd name="connsiteY3" fmla="*/ 562578 h 562799"/>
                <a:gd name="connsiteX4" fmla="*/ 451422 w 537744"/>
                <a:gd name="connsiteY4" fmla="*/ 8702 h 5627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562799">
                  <a:moveTo>
                    <a:pt x="537744" y="0"/>
                  </a:moveTo>
                  <a:lnTo>
                    <a:pt x="537744" y="562799"/>
                  </a:lnTo>
                  <a:lnTo>
                    <a:pt x="22" y="562799"/>
                  </a:lnTo>
                  <a:lnTo>
                    <a:pt x="0" y="562578"/>
                  </a:ln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46A2092A-2157-0A49-937F-BBAE14687DE7}"/>
                </a:ext>
              </a:extLst>
            </p:cNvPr>
            <p:cNvSpPr/>
            <p:nvPr/>
          </p:nvSpPr>
          <p:spPr>
            <a:xfrm>
              <a:off x="11654256" y="4923687"/>
              <a:ext cx="537744" cy="1125156"/>
            </a:xfrm>
            <a:custGeom>
              <a:avLst/>
              <a:gdLst>
                <a:gd name="connsiteX0" fmla="*/ 537744 w 537744"/>
                <a:gd name="connsiteY0" fmla="*/ 0 h 1125156"/>
                <a:gd name="connsiteX1" fmla="*/ 537744 w 537744"/>
                <a:gd name="connsiteY1" fmla="*/ 1125156 h 1125156"/>
                <a:gd name="connsiteX2" fmla="*/ 451422 w 537744"/>
                <a:gd name="connsiteY2" fmla="*/ 1116454 h 1125156"/>
                <a:gd name="connsiteX3" fmla="*/ 0 w 537744"/>
                <a:gd name="connsiteY3" fmla="*/ 562578 h 1125156"/>
                <a:gd name="connsiteX4" fmla="*/ 451422 w 537744"/>
                <a:gd name="connsiteY4" fmla="*/ 8702 h 1125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1125156">
                  <a:moveTo>
                    <a:pt x="537744" y="0"/>
                  </a:moveTo>
                  <a:lnTo>
                    <a:pt x="537744" y="1125156"/>
                  </a:lnTo>
                  <a:lnTo>
                    <a:pt x="451422" y="1116454"/>
                  </a:lnTo>
                  <a:cubicBezTo>
                    <a:pt x="193796" y="1063736"/>
                    <a:pt x="0" y="835789"/>
                    <a:pt x="0" y="562578"/>
                  </a:cubicBez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2" name="Freeform 31">
              <a:extLst>
                <a:ext uri="{FF2B5EF4-FFF2-40B4-BE49-F238E27FC236}">
                  <a16:creationId xmlns:a16="http://schemas.microsoft.com/office/drawing/2014/main" id="{F092371E-D526-AF43-816F-F7AEBA9FF166}"/>
                </a:ext>
              </a:extLst>
            </p:cNvPr>
            <p:cNvSpPr/>
            <p:nvPr/>
          </p:nvSpPr>
          <p:spPr>
            <a:xfrm>
              <a:off x="11654256" y="3552173"/>
              <a:ext cx="537744" cy="1125156"/>
            </a:xfrm>
            <a:custGeom>
              <a:avLst/>
              <a:gdLst>
                <a:gd name="connsiteX0" fmla="*/ 537744 w 537744"/>
                <a:gd name="connsiteY0" fmla="*/ 0 h 1125156"/>
                <a:gd name="connsiteX1" fmla="*/ 537744 w 537744"/>
                <a:gd name="connsiteY1" fmla="*/ 1125156 h 1125156"/>
                <a:gd name="connsiteX2" fmla="*/ 451422 w 537744"/>
                <a:gd name="connsiteY2" fmla="*/ 1116454 h 1125156"/>
                <a:gd name="connsiteX3" fmla="*/ 0 w 537744"/>
                <a:gd name="connsiteY3" fmla="*/ 562578 h 1125156"/>
                <a:gd name="connsiteX4" fmla="*/ 451422 w 537744"/>
                <a:gd name="connsiteY4" fmla="*/ 8702 h 1125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1125156">
                  <a:moveTo>
                    <a:pt x="537744" y="0"/>
                  </a:moveTo>
                  <a:lnTo>
                    <a:pt x="537744" y="1125156"/>
                  </a:lnTo>
                  <a:lnTo>
                    <a:pt x="451422" y="1116454"/>
                  </a:lnTo>
                  <a:cubicBezTo>
                    <a:pt x="193796" y="1063736"/>
                    <a:pt x="0" y="835789"/>
                    <a:pt x="0" y="562578"/>
                  </a:cubicBez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3" name="Freeform 32">
              <a:extLst>
                <a:ext uri="{FF2B5EF4-FFF2-40B4-BE49-F238E27FC236}">
                  <a16:creationId xmlns:a16="http://schemas.microsoft.com/office/drawing/2014/main" id="{06995714-B51E-E84A-9FD5-3AD33004E517}"/>
                </a:ext>
              </a:extLst>
            </p:cNvPr>
            <p:cNvSpPr/>
            <p:nvPr/>
          </p:nvSpPr>
          <p:spPr>
            <a:xfrm>
              <a:off x="11654256" y="2180659"/>
              <a:ext cx="537744" cy="1125156"/>
            </a:xfrm>
            <a:custGeom>
              <a:avLst/>
              <a:gdLst>
                <a:gd name="connsiteX0" fmla="*/ 537744 w 537744"/>
                <a:gd name="connsiteY0" fmla="*/ 0 h 1125156"/>
                <a:gd name="connsiteX1" fmla="*/ 537744 w 537744"/>
                <a:gd name="connsiteY1" fmla="*/ 1125156 h 1125156"/>
                <a:gd name="connsiteX2" fmla="*/ 451422 w 537744"/>
                <a:gd name="connsiteY2" fmla="*/ 1116454 h 1125156"/>
                <a:gd name="connsiteX3" fmla="*/ 0 w 537744"/>
                <a:gd name="connsiteY3" fmla="*/ 562578 h 1125156"/>
                <a:gd name="connsiteX4" fmla="*/ 451422 w 537744"/>
                <a:gd name="connsiteY4" fmla="*/ 8702 h 1125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1125156">
                  <a:moveTo>
                    <a:pt x="537744" y="0"/>
                  </a:moveTo>
                  <a:lnTo>
                    <a:pt x="537744" y="1125156"/>
                  </a:lnTo>
                  <a:lnTo>
                    <a:pt x="451422" y="1116454"/>
                  </a:lnTo>
                  <a:cubicBezTo>
                    <a:pt x="193796" y="1063736"/>
                    <a:pt x="0" y="835789"/>
                    <a:pt x="0" y="562578"/>
                  </a:cubicBez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4" name="Freeform 33">
              <a:extLst>
                <a:ext uri="{FF2B5EF4-FFF2-40B4-BE49-F238E27FC236}">
                  <a16:creationId xmlns:a16="http://schemas.microsoft.com/office/drawing/2014/main" id="{0FDB0CC5-76AA-6E44-8376-4EE649C1DE42}"/>
                </a:ext>
              </a:extLst>
            </p:cNvPr>
            <p:cNvSpPr/>
            <p:nvPr/>
          </p:nvSpPr>
          <p:spPr>
            <a:xfrm>
              <a:off x="11654256" y="809146"/>
              <a:ext cx="537744" cy="1125156"/>
            </a:xfrm>
            <a:custGeom>
              <a:avLst/>
              <a:gdLst>
                <a:gd name="connsiteX0" fmla="*/ 537744 w 537744"/>
                <a:gd name="connsiteY0" fmla="*/ 0 h 1125156"/>
                <a:gd name="connsiteX1" fmla="*/ 537744 w 537744"/>
                <a:gd name="connsiteY1" fmla="*/ 1125156 h 1125156"/>
                <a:gd name="connsiteX2" fmla="*/ 451422 w 537744"/>
                <a:gd name="connsiteY2" fmla="*/ 1116454 h 1125156"/>
                <a:gd name="connsiteX3" fmla="*/ 0 w 537744"/>
                <a:gd name="connsiteY3" fmla="*/ 562578 h 1125156"/>
                <a:gd name="connsiteX4" fmla="*/ 451422 w 537744"/>
                <a:gd name="connsiteY4" fmla="*/ 8702 h 1125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1125156">
                  <a:moveTo>
                    <a:pt x="537744" y="0"/>
                  </a:moveTo>
                  <a:lnTo>
                    <a:pt x="537744" y="1125156"/>
                  </a:lnTo>
                  <a:lnTo>
                    <a:pt x="451422" y="1116454"/>
                  </a:lnTo>
                  <a:cubicBezTo>
                    <a:pt x="193796" y="1063736"/>
                    <a:pt x="0" y="835789"/>
                    <a:pt x="0" y="562578"/>
                  </a:cubicBez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5" name="Freeform 34">
              <a:extLst>
                <a:ext uri="{FF2B5EF4-FFF2-40B4-BE49-F238E27FC236}">
                  <a16:creationId xmlns:a16="http://schemas.microsoft.com/office/drawing/2014/main" id="{3D981F0B-8982-1C45-8D7C-30E744003823}"/>
                </a:ext>
              </a:extLst>
            </p:cNvPr>
            <p:cNvSpPr/>
            <p:nvPr/>
          </p:nvSpPr>
          <p:spPr>
            <a:xfrm>
              <a:off x="11654256" y="0"/>
              <a:ext cx="537744" cy="562788"/>
            </a:xfrm>
            <a:custGeom>
              <a:avLst/>
              <a:gdLst>
                <a:gd name="connsiteX0" fmla="*/ 21 w 537744"/>
                <a:gd name="connsiteY0" fmla="*/ 0 h 562788"/>
                <a:gd name="connsiteX1" fmla="*/ 537744 w 537744"/>
                <a:gd name="connsiteY1" fmla="*/ 0 h 562788"/>
                <a:gd name="connsiteX2" fmla="*/ 537744 w 537744"/>
                <a:gd name="connsiteY2" fmla="*/ 562788 h 562788"/>
                <a:gd name="connsiteX3" fmla="*/ 451422 w 537744"/>
                <a:gd name="connsiteY3" fmla="*/ 554086 h 562788"/>
                <a:gd name="connsiteX4" fmla="*/ 0 w 537744"/>
                <a:gd name="connsiteY4" fmla="*/ 211 h 5627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562788">
                  <a:moveTo>
                    <a:pt x="21" y="0"/>
                  </a:moveTo>
                  <a:lnTo>
                    <a:pt x="537744" y="0"/>
                  </a:lnTo>
                  <a:lnTo>
                    <a:pt x="537744" y="562788"/>
                  </a:lnTo>
                  <a:lnTo>
                    <a:pt x="451422" y="554086"/>
                  </a:lnTo>
                  <a:cubicBezTo>
                    <a:pt x="193796" y="501368"/>
                    <a:pt x="0" y="273421"/>
                    <a:pt x="0" y="21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F76EEB7-1E87-0447-8CD6-DD220CF4EE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A8AE526-3A03-9B41-8C9F-27156E701C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D08D72-182D-C947-B3F7-B74948D084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t>3/4/2025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76E396-D059-AF4D-A1D9-C1347978AA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8845B6-87C0-2F4A-8146-00E911CDF7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480" y="6141085"/>
            <a:ext cx="813816" cy="365125"/>
          </a:xfrm>
        </p:spPr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78A912D-4325-C449-BF2E-F331A221C695}"/>
              </a:ext>
            </a:extLst>
          </p:cNvPr>
          <p:cNvCxnSpPr>
            <a:cxnSpLocks/>
          </p:cNvCxnSpPr>
          <p:nvPr/>
        </p:nvCxnSpPr>
        <p:spPr>
          <a:xfrm>
            <a:off x="565150" y="6087110"/>
            <a:ext cx="7335146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926385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>
            <a:extLst>
              <a:ext uri="{FF2B5EF4-FFF2-40B4-BE49-F238E27FC236}">
                <a16:creationId xmlns:a16="http://schemas.microsoft.com/office/drawing/2014/main" id="{C3803ECC-8207-244B-8051-94AA5304EDD9}"/>
              </a:ext>
            </a:extLst>
          </p:cNvPr>
          <p:cNvGrpSpPr/>
          <p:nvPr/>
        </p:nvGrpSpPr>
        <p:grpSpPr>
          <a:xfrm>
            <a:off x="10290315" y="0"/>
            <a:ext cx="1901686" cy="6858000"/>
            <a:chOff x="10290315" y="0"/>
            <a:chExt cx="1901686" cy="6858000"/>
          </a:xfrm>
        </p:grpSpPr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CF2E8536-821C-3846-A152-2001B7BA4BC9}"/>
                </a:ext>
              </a:extLst>
            </p:cNvPr>
            <p:cNvSpPr/>
            <p:nvPr/>
          </p:nvSpPr>
          <p:spPr>
            <a:xfrm>
              <a:off x="10290315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57A02781-FFB4-C04E-97FB-78D26A9E8F1C}"/>
                </a:ext>
              </a:extLst>
            </p:cNvPr>
            <p:cNvSpPr/>
            <p:nvPr/>
          </p:nvSpPr>
          <p:spPr>
            <a:xfrm>
              <a:off x="11653180" y="6295093"/>
              <a:ext cx="538821" cy="562907"/>
            </a:xfrm>
            <a:custGeom>
              <a:avLst/>
              <a:gdLst>
                <a:gd name="connsiteX0" fmla="*/ 538821 w 538821"/>
                <a:gd name="connsiteY0" fmla="*/ 0 h 562907"/>
                <a:gd name="connsiteX1" fmla="*/ 538821 w 538821"/>
                <a:gd name="connsiteY1" fmla="*/ 562907 h 562907"/>
                <a:gd name="connsiteX2" fmla="*/ 22 w 538821"/>
                <a:gd name="connsiteY2" fmla="*/ 562907 h 562907"/>
                <a:gd name="connsiteX3" fmla="*/ 0 w 538821"/>
                <a:gd name="connsiteY3" fmla="*/ 562686 h 562907"/>
                <a:gd name="connsiteX4" fmla="*/ 451422 w 538821"/>
                <a:gd name="connsiteY4" fmla="*/ 8810 h 562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907">
                  <a:moveTo>
                    <a:pt x="538821" y="0"/>
                  </a:moveTo>
                  <a:lnTo>
                    <a:pt x="538821" y="562907"/>
                  </a:lnTo>
                  <a:lnTo>
                    <a:pt x="22" y="562907"/>
                  </a:lnTo>
                  <a:lnTo>
                    <a:pt x="0" y="562686"/>
                  </a:ln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14C29607-37D2-7A4B-98E2-2C851CD6776C}"/>
                </a:ext>
              </a:extLst>
            </p:cNvPr>
            <p:cNvSpPr/>
            <p:nvPr/>
          </p:nvSpPr>
          <p:spPr>
            <a:xfrm>
              <a:off x="11653180" y="3552066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D12FC7BA-80CC-1C4E-B268-B3EEA08137F1}"/>
                </a:ext>
              </a:extLst>
            </p:cNvPr>
            <p:cNvSpPr/>
            <p:nvPr/>
          </p:nvSpPr>
          <p:spPr>
            <a:xfrm>
              <a:off x="11653180" y="2180552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BEBC8FB1-96B9-D84A-BD2A-BC8410EBE012}"/>
                </a:ext>
              </a:extLst>
            </p:cNvPr>
            <p:cNvSpPr/>
            <p:nvPr/>
          </p:nvSpPr>
          <p:spPr>
            <a:xfrm>
              <a:off x="11653180" y="809039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5A8455B4-A778-B44D-A7E8-C45A4846D9F7}"/>
                </a:ext>
              </a:extLst>
            </p:cNvPr>
            <p:cNvSpPr/>
            <p:nvPr/>
          </p:nvSpPr>
          <p:spPr>
            <a:xfrm>
              <a:off x="11653180" y="0"/>
              <a:ext cx="538821" cy="562898"/>
            </a:xfrm>
            <a:custGeom>
              <a:avLst/>
              <a:gdLst>
                <a:gd name="connsiteX0" fmla="*/ 21 w 538821"/>
                <a:gd name="connsiteY0" fmla="*/ 0 h 562898"/>
                <a:gd name="connsiteX1" fmla="*/ 538821 w 538821"/>
                <a:gd name="connsiteY1" fmla="*/ 0 h 562898"/>
                <a:gd name="connsiteX2" fmla="*/ 538821 w 538821"/>
                <a:gd name="connsiteY2" fmla="*/ 562898 h 562898"/>
                <a:gd name="connsiteX3" fmla="*/ 451422 w 538821"/>
                <a:gd name="connsiteY3" fmla="*/ 554087 h 562898"/>
                <a:gd name="connsiteX4" fmla="*/ 0 w 538821"/>
                <a:gd name="connsiteY4" fmla="*/ 211 h 56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898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B0407CCA-80EF-2B45-8F8C-7D5796A61BC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950095" y="976630"/>
            <a:ext cx="2268507" cy="47845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AA221C3-F2D3-FC4F-938B-4C4CAC7370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65150" y="976630"/>
            <a:ext cx="8264057" cy="478459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061B46-3E9A-AC48-8C84-5B46EA1EC5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t>3/4/2025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9F8F49-5859-714C-8EE1-61A74F324E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2B6F69-3FFA-D94F-BA99-873D36F7F6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31B40EC-87DB-A64F-9D4B-98A86F7CEFFF}"/>
              </a:ext>
            </a:extLst>
          </p:cNvPr>
          <p:cNvCxnSpPr>
            <a:cxnSpLocks/>
          </p:cNvCxnSpPr>
          <p:nvPr/>
        </p:nvCxnSpPr>
        <p:spPr>
          <a:xfrm>
            <a:off x="565150" y="6087110"/>
            <a:ext cx="11058344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004870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70D98E2-86CE-4D4F-9F8F-17C83D19A2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150" y="770890"/>
            <a:ext cx="7335835" cy="126898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04B4F2-48A4-A140-B59B-7A2ED9FD46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5150" y="2160016"/>
            <a:ext cx="7335835" cy="36012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CF4A7E-D5FF-BF48-8E01-8F46150ABF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66928" y="457200"/>
            <a:ext cx="36082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b="0" i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A5B0A250-5CC0-1746-B209-08E8B0DAE6AF}" type="datetimeFigureOut">
              <a:rPr lang="en-US" smtClean="0"/>
              <a:pPr/>
              <a:t>3/4/2025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131757-5039-BF46-B47A-50DA8FFBC07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65150" y="6141085"/>
            <a:ext cx="36082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b="0" i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83FD16-4337-B940-905E-D20A26FD48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9678" y="6141085"/>
            <a:ext cx="81381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 i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49ABCAEC-7D34-E549-A96E-FCEDAADBE4B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28779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b="1" i="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9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9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9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900"/>
        </a:spcBef>
        <a:buFont typeface="Arial" panose="020B0604020202020204" pitchFamily="34" charset="0"/>
        <a:buChar char="•"/>
        <a:defRPr sz="1600" b="0" i="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900"/>
        </a:spcBef>
        <a:buFont typeface="Arial" panose="020B0604020202020204" pitchFamily="34" charset="0"/>
        <a:buChar char="•"/>
        <a:defRPr sz="1400" b="0" i="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6" name="Rectangle 65">
            <a:extLst>
              <a:ext uri="{FF2B5EF4-FFF2-40B4-BE49-F238E27FC236}">
                <a16:creationId xmlns:a16="http://schemas.microsoft.com/office/drawing/2014/main" id="{4EFE82FE-7465-AE46-88DF-34D347E83B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DEAF8A7-C869-8AD1-B24F-73A355EE77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65150" y="768334"/>
            <a:ext cx="8791501" cy="2866405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6700" b="1" dirty="0"/>
              <a:t>Port Authority Bus Terminal </a:t>
            </a:r>
            <a:br>
              <a:rPr lang="en-US" sz="6700" dirty="0"/>
            </a:br>
            <a:endParaRPr lang="en-US" sz="67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FB8633D-EF19-7FBD-4BF2-E19B94118A2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65150" y="4283239"/>
            <a:ext cx="8791501" cy="1475177"/>
          </a:xfrm>
        </p:spPr>
        <p:txBody>
          <a:bodyPr>
            <a:normAutofit fontScale="85000" lnSpcReduction="10000"/>
          </a:bodyPr>
          <a:lstStyle/>
          <a:p>
            <a:r>
              <a:rPr lang="en-US" sz="3600" b="1" dirty="0"/>
              <a:t>Data Cleaning, Preparation and Integration</a:t>
            </a:r>
          </a:p>
          <a:p>
            <a:endParaRPr lang="en-US" b="1" dirty="0"/>
          </a:p>
          <a:p>
            <a:r>
              <a:rPr lang="en-US" b="1" dirty="0"/>
              <a:t>Presenting by Group-4</a:t>
            </a:r>
          </a:p>
        </p:txBody>
      </p: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BA7C2670-8081-9C42-82A1-23BBFAEAAA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65150" y="6087110"/>
            <a:ext cx="9198761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0" name="Group 69">
            <a:extLst>
              <a:ext uri="{FF2B5EF4-FFF2-40B4-BE49-F238E27FC236}">
                <a16:creationId xmlns:a16="http://schemas.microsoft.com/office/drawing/2014/main" id="{75BEF7CB-BB00-3345-8542-8F0FAFE1C4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290315" y="0"/>
            <a:ext cx="1901686" cy="6858000"/>
            <a:chOff x="10290315" y="0"/>
            <a:chExt cx="1901686" cy="6858000"/>
          </a:xfrm>
        </p:grpSpPr>
        <p:sp>
          <p:nvSpPr>
            <p:cNvPr id="71" name="Oval 70">
              <a:extLst>
                <a:ext uri="{FF2B5EF4-FFF2-40B4-BE49-F238E27FC236}">
                  <a16:creationId xmlns:a16="http://schemas.microsoft.com/office/drawing/2014/main" id="{4E633967-4EB4-9A43-9984-7E0C7DCE8F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90315" y="806362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" name="Freeform 24">
              <a:extLst>
                <a:ext uri="{FF2B5EF4-FFF2-40B4-BE49-F238E27FC236}">
                  <a16:creationId xmlns:a16="http://schemas.microsoft.com/office/drawing/2014/main" id="{80BB32CE-B79D-9449-AEBB-EC9F56A9A8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90315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3" name="Freeform 25">
              <a:extLst>
                <a:ext uri="{FF2B5EF4-FFF2-40B4-BE49-F238E27FC236}">
                  <a16:creationId xmlns:a16="http://schemas.microsoft.com/office/drawing/2014/main" id="{AFE8EC8C-9217-6E47-ACFA-7B2148F1BF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6295093"/>
              <a:ext cx="538821" cy="562907"/>
            </a:xfrm>
            <a:custGeom>
              <a:avLst/>
              <a:gdLst>
                <a:gd name="connsiteX0" fmla="*/ 538821 w 538821"/>
                <a:gd name="connsiteY0" fmla="*/ 0 h 562907"/>
                <a:gd name="connsiteX1" fmla="*/ 538821 w 538821"/>
                <a:gd name="connsiteY1" fmla="*/ 562907 h 562907"/>
                <a:gd name="connsiteX2" fmla="*/ 22 w 538821"/>
                <a:gd name="connsiteY2" fmla="*/ 562907 h 562907"/>
                <a:gd name="connsiteX3" fmla="*/ 0 w 538821"/>
                <a:gd name="connsiteY3" fmla="*/ 562686 h 562907"/>
                <a:gd name="connsiteX4" fmla="*/ 451422 w 538821"/>
                <a:gd name="connsiteY4" fmla="*/ 8810 h 562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907">
                  <a:moveTo>
                    <a:pt x="538821" y="0"/>
                  </a:moveTo>
                  <a:lnTo>
                    <a:pt x="538821" y="562907"/>
                  </a:lnTo>
                  <a:lnTo>
                    <a:pt x="22" y="562907"/>
                  </a:lnTo>
                  <a:lnTo>
                    <a:pt x="0" y="562686"/>
                  </a:ln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4" name="Freeform 26">
              <a:extLst>
                <a:ext uri="{FF2B5EF4-FFF2-40B4-BE49-F238E27FC236}">
                  <a16:creationId xmlns:a16="http://schemas.microsoft.com/office/drawing/2014/main" id="{8BEA612E-5CC4-DA4D-8A68-0598644399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3552066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5" name="Freeform 27">
              <a:extLst>
                <a:ext uri="{FF2B5EF4-FFF2-40B4-BE49-F238E27FC236}">
                  <a16:creationId xmlns:a16="http://schemas.microsoft.com/office/drawing/2014/main" id="{59DC8CDB-7B92-E848-AA26-43105184E7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2180552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6" name="Freeform 28">
              <a:extLst>
                <a:ext uri="{FF2B5EF4-FFF2-40B4-BE49-F238E27FC236}">
                  <a16:creationId xmlns:a16="http://schemas.microsoft.com/office/drawing/2014/main" id="{876EC8B8-C9EB-A84A-858B-ADF81A5B76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809039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7" name="Freeform 29">
              <a:extLst>
                <a:ext uri="{FF2B5EF4-FFF2-40B4-BE49-F238E27FC236}">
                  <a16:creationId xmlns:a16="http://schemas.microsoft.com/office/drawing/2014/main" id="{078C5DEE-08C1-D546-BF9B-933B8419E8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0"/>
              <a:ext cx="538821" cy="562898"/>
            </a:xfrm>
            <a:custGeom>
              <a:avLst/>
              <a:gdLst>
                <a:gd name="connsiteX0" fmla="*/ 21 w 538821"/>
                <a:gd name="connsiteY0" fmla="*/ 0 h 562898"/>
                <a:gd name="connsiteX1" fmla="*/ 538821 w 538821"/>
                <a:gd name="connsiteY1" fmla="*/ 0 h 562898"/>
                <a:gd name="connsiteX2" fmla="*/ 538821 w 538821"/>
                <a:gd name="connsiteY2" fmla="*/ 562898 h 562898"/>
                <a:gd name="connsiteX3" fmla="*/ 451422 w 538821"/>
                <a:gd name="connsiteY3" fmla="*/ 554087 h 562898"/>
                <a:gd name="connsiteX4" fmla="*/ 0 w 538821"/>
                <a:gd name="connsiteY4" fmla="*/ 211 h 56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898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8" name="Oval 77">
              <a:extLst>
                <a:ext uri="{FF2B5EF4-FFF2-40B4-BE49-F238E27FC236}">
                  <a16:creationId xmlns:a16="http://schemas.microsoft.com/office/drawing/2014/main" id="{7FA42EBE-8F86-FE44-BF12-AE5F7C9C16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90315" y="3546716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738518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1F1B83-7347-7B77-C22C-FE991A2410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Available Data Sources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2312F1A-B94A-C538-FAC2-11392641B7C9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565150" y="2160016"/>
          <a:ext cx="7335835" cy="36012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6108009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9" name="Rectangle 48">
            <a:extLst>
              <a:ext uri="{FF2B5EF4-FFF2-40B4-BE49-F238E27FC236}">
                <a16:creationId xmlns:a16="http://schemas.microsoft.com/office/drawing/2014/main" id="{C7F2E4D6-EF46-1C43-8F3E-3620C3C83F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CA8A3DD-F8D1-3689-516F-22EBA2241B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3280" y="770889"/>
            <a:ext cx="4133560" cy="3395469"/>
          </a:xfrm>
        </p:spPr>
        <p:txBody>
          <a:bodyPr>
            <a:normAutofit/>
          </a:bodyPr>
          <a:lstStyle/>
          <a:p>
            <a:r>
              <a:rPr lang="en-US" dirty="0"/>
              <a:t>Data Preparation</a:t>
            </a:r>
          </a:p>
        </p:txBody>
      </p:sp>
      <p:grpSp>
        <p:nvGrpSpPr>
          <p:cNvPr id="50" name="Group 49">
            <a:extLst>
              <a:ext uri="{FF2B5EF4-FFF2-40B4-BE49-F238E27FC236}">
                <a16:creationId xmlns:a16="http://schemas.microsoft.com/office/drawing/2014/main" id="{0D40C408-1C95-CC45-87A7-61CE8B1F93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290315" y="0"/>
            <a:ext cx="1901686" cy="4677439"/>
            <a:chOff x="10290315" y="0"/>
            <a:chExt cx="1901686" cy="4677439"/>
          </a:xfrm>
        </p:grpSpPr>
        <p:sp>
          <p:nvSpPr>
            <p:cNvPr id="19" name="Freeform 22">
              <a:extLst>
                <a:ext uri="{FF2B5EF4-FFF2-40B4-BE49-F238E27FC236}">
                  <a16:creationId xmlns:a16="http://schemas.microsoft.com/office/drawing/2014/main" id="{064C34AA-742A-4849-8CD3-EBD627656C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90315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1" name="Freeform 24">
              <a:extLst>
                <a:ext uri="{FF2B5EF4-FFF2-40B4-BE49-F238E27FC236}">
                  <a16:creationId xmlns:a16="http://schemas.microsoft.com/office/drawing/2014/main" id="{EC6ED33D-9A7B-5247-BA45-456AE5F3B4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3552066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2" name="Freeform 26">
              <a:extLst>
                <a:ext uri="{FF2B5EF4-FFF2-40B4-BE49-F238E27FC236}">
                  <a16:creationId xmlns:a16="http://schemas.microsoft.com/office/drawing/2014/main" id="{143DF02F-6797-8A48-8141-360A16A575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809039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3" name="Freeform 27">
              <a:extLst>
                <a:ext uri="{FF2B5EF4-FFF2-40B4-BE49-F238E27FC236}">
                  <a16:creationId xmlns:a16="http://schemas.microsoft.com/office/drawing/2014/main" id="{FDD14875-9EDB-984E-9EDE-3C3A422D96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0"/>
              <a:ext cx="538821" cy="562898"/>
            </a:xfrm>
            <a:custGeom>
              <a:avLst/>
              <a:gdLst>
                <a:gd name="connsiteX0" fmla="*/ 21 w 538821"/>
                <a:gd name="connsiteY0" fmla="*/ 0 h 562898"/>
                <a:gd name="connsiteX1" fmla="*/ 538821 w 538821"/>
                <a:gd name="connsiteY1" fmla="*/ 0 h 562898"/>
                <a:gd name="connsiteX2" fmla="*/ 538821 w 538821"/>
                <a:gd name="connsiteY2" fmla="*/ 562898 h 562898"/>
                <a:gd name="connsiteX3" fmla="*/ 451422 w 538821"/>
                <a:gd name="connsiteY3" fmla="*/ 554087 h 562898"/>
                <a:gd name="connsiteX4" fmla="*/ 0 w 538821"/>
                <a:gd name="connsiteY4" fmla="*/ 211 h 56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898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BF3CF3DF-4809-5B42-9F22-9813913792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493279" y="6087110"/>
            <a:ext cx="413356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4018B58-D424-2394-66C5-3F7DD93FDFE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59754798"/>
              </p:ext>
            </p:extLst>
          </p:nvPr>
        </p:nvGraphicFramePr>
        <p:xfrm>
          <a:off x="651489" y="809039"/>
          <a:ext cx="6104761" cy="546417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6718196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C7F2E4D6-EF46-1C43-8F3E-3620C3C83F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A54089-5299-C710-4249-03D4E9F64F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150" y="770890"/>
            <a:ext cx="7335835" cy="1268984"/>
          </a:xfrm>
        </p:spPr>
        <p:txBody>
          <a:bodyPr>
            <a:normAutofit/>
          </a:bodyPr>
          <a:lstStyle/>
          <a:p>
            <a:r>
              <a:rPr lang="en-US" dirty="0"/>
              <a:t>Data Cleaning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5824CF1-E973-7D48-9ECB-68CF79EC0D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65150" y="6087110"/>
            <a:ext cx="11058344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9" name="Content Placeholder 2">
            <a:extLst>
              <a:ext uri="{FF2B5EF4-FFF2-40B4-BE49-F238E27FC236}">
                <a16:creationId xmlns:a16="http://schemas.microsoft.com/office/drawing/2014/main" id="{18F53673-E126-A1F0-485B-C3B8AF1B942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07679931"/>
              </p:ext>
            </p:extLst>
          </p:nvPr>
        </p:nvGraphicFramePr>
        <p:xfrm>
          <a:off x="967562" y="2497074"/>
          <a:ext cx="10249787" cy="32639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3940874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4" name="Rectangle 53">
            <a:extLst>
              <a:ext uri="{FF2B5EF4-FFF2-40B4-BE49-F238E27FC236}">
                <a16:creationId xmlns:a16="http://schemas.microsoft.com/office/drawing/2014/main" id="{4EFE82FE-7465-AE46-88DF-34D347E83B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6CA8A8A-C171-FFC0-F12D-01C4BABB00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150" y="770890"/>
            <a:ext cx="7335835" cy="1268984"/>
          </a:xfrm>
        </p:spPr>
        <p:txBody>
          <a:bodyPr>
            <a:normAutofit/>
          </a:bodyPr>
          <a:lstStyle/>
          <a:p>
            <a:r>
              <a:rPr lang="en-US" dirty="0"/>
              <a:t>Data Integration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0C994A-6FD2-C5EB-E34C-3EC0FD4F94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5150" y="2160016"/>
            <a:ext cx="7335835" cy="360121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Establish relationships and joining the tables in a way that we get the final dataset where we have </a:t>
            </a:r>
          </a:p>
          <a:p>
            <a:r>
              <a:rPr lang="en-US" dirty="0"/>
              <a:t>Date</a:t>
            </a:r>
          </a:p>
          <a:p>
            <a:r>
              <a:rPr lang="en-US" dirty="0"/>
              <a:t>Total Bus Departures</a:t>
            </a:r>
          </a:p>
          <a:p>
            <a:r>
              <a:rPr lang="en-US" dirty="0"/>
              <a:t>Total Passengers</a:t>
            </a:r>
          </a:p>
          <a:p>
            <a:r>
              <a:rPr lang="en-US" dirty="0"/>
              <a:t>Average wind</a:t>
            </a:r>
          </a:p>
          <a:p>
            <a:r>
              <a:rPr lang="en-US" dirty="0"/>
              <a:t>Min, Max Temperatures etc.,.</a:t>
            </a:r>
            <a:br>
              <a:rPr lang="en-US" dirty="0"/>
            </a:br>
            <a:endParaRPr lang="en-US" dirty="0"/>
          </a:p>
        </p:txBody>
      </p: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BA7C2670-8081-9C42-82A1-23BBFAEAAA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65150" y="6087110"/>
            <a:ext cx="7335835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6" name="Group 55">
            <a:extLst>
              <a:ext uri="{FF2B5EF4-FFF2-40B4-BE49-F238E27FC236}">
                <a16:creationId xmlns:a16="http://schemas.microsoft.com/office/drawing/2014/main" id="{1C054FC3-922A-EC40-AC25-A59AF5378B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928528" y="0"/>
            <a:ext cx="3263472" cy="6858000"/>
            <a:chOff x="8928528" y="0"/>
            <a:chExt cx="3263472" cy="6858000"/>
          </a:xfrm>
        </p:grpSpPr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E52B27A6-BDD2-B247-9494-C90C996DBB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28528" y="806362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 41">
              <a:extLst>
                <a:ext uri="{FF2B5EF4-FFF2-40B4-BE49-F238E27FC236}">
                  <a16:creationId xmlns:a16="http://schemas.microsoft.com/office/drawing/2014/main" id="{A368B3AC-A3AC-C949-864D-1C05AADBAD4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28528" y="0"/>
              <a:ext cx="1130724" cy="565573"/>
            </a:xfrm>
            <a:custGeom>
              <a:avLst/>
              <a:gdLst>
                <a:gd name="connsiteX0" fmla="*/ 22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2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Freeform 42">
              <a:extLst>
                <a:ext uri="{FF2B5EF4-FFF2-40B4-BE49-F238E27FC236}">
                  <a16:creationId xmlns:a16="http://schemas.microsoft.com/office/drawing/2014/main" id="{EB848571-59FE-B34A-8561-FD4325EC12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91391" y="6292417"/>
              <a:ext cx="1130724" cy="565583"/>
            </a:xfrm>
            <a:custGeom>
              <a:avLst/>
              <a:gdLst>
                <a:gd name="connsiteX0" fmla="*/ 565362 w 1130724"/>
                <a:gd name="connsiteY0" fmla="*/ 0 h 565583"/>
                <a:gd name="connsiteX1" fmla="*/ 1130724 w 1130724"/>
                <a:gd name="connsiteY1" fmla="*/ 565362 h 565583"/>
                <a:gd name="connsiteX2" fmla="*/ 1130702 w 1130724"/>
                <a:gd name="connsiteY2" fmla="*/ 565583 h 565583"/>
                <a:gd name="connsiteX3" fmla="*/ 22 w 1130724"/>
                <a:gd name="connsiteY3" fmla="*/ 565583 h 565583"/>
                <a:gd name="connsiteX4" fmla="*/ 0 w 1130724"/>
                <a:gd name="connsiteY4" fmla="*/ 565362 h 565583"/>
                <a:gd name="connsiteX5" fmla="*/ 565362 w 1130724"/>
                <a:gd name="connsiteY5" fmla="*/ 0 h 5655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4" h="565583">
                  <a:moveTo>
                    <a:pt x="565362" y="0"/>
                  </a:moveTo>
                  <a:cubicBezTo>
                    <a:pt x="877603" y="0"/>
                    <a:pt x="1130724" y="253121"/>
                    <a:pt x="1130724" y="565362"/>
                  </a:cubicBezTo>
                  <a:lnTo>
                    <a:pt x="1130702" y="565583"/>
                  </a:lnTo>
                  <a:lnTo>
                    <a:pt x="22" y="565583"/>
                  </a:lnTo>
                  <a:lnTo>
                    <a:pt x="0" y="565362"/>
                  </a:lnTo>
                  <a:cubicBezTo>
                    <a:pt x="0" y="253121"/>
                    <a:pt x="253121" y="0"/>
                    <a:pt x="565362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2F3C3152-8488-E444-BBA7-E9CD62AC16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91392" y="3549390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536756F0-72A6-9F45-86A4-7D8C5E1ACD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91392" y="2177876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5E18A883-69CF-FB4D-A4F9-6835E196CE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91392" y="806363"/>
              <a:ext cx="1130724" cy="1130723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Freeform 46">
              <a:extLst>
                <a:ext uri="{FF2B5EF4-FFF2-40B4-BE49-F238E27FC236}">
                  <a16:creationId xmlns:a16="http://schemas.microsoft.com/office/drawing/2014/main" id="{83415627-4FAA-3B4B-8A88-63E862A5F8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91392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" name="Freeform 47">
              <a:extLst>
                <a:ext uri="{FF2B5EF4-FFF2-40B4-BE49-F238E27FC236}">
                  <a16:creationId xmlns:a16="http://schemas.microsoft.com/office/drawing/2014/main" id="{BF96A3B0-DCC7-1647-8383-429159B1D9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4256" y="6295201"/>
              <a:ext cx="537744" cy="562799"/>
            </a:xfrm>
            <a:custGeom>
              <a:avLst/>
              <a:gdLst>
                <a:gd name="connsiteX0" fmla="*/ 537744 w 537744"/>
                <a:gd name="connsiteY0" fmla="*/ 0 h 562799"/>
                <a:gd name="connsiteX1" fmla="*/ 537744 w 537744"/>
                <a:gd name="connsiteY1" fmla="*/ 562799 h 562799"/>
                <a:gd name="connsiteX2" fmla="*/ 22 w 537744"/>
                <a:gd name="connsiteY2" fmla="*/ 562799 h 562799"/>
                <a:gd name="connsiteX3" fmla="*/ 0 w 537744"/>
                <a:gd name="connsiteY3" fmla="*/ 562578 h 562799"/>
                <a:gd name="connsiteX4" fmla="*/ 451422 w 537744"/>
                <a:gd name="connsiteY4" fmla="*/ 8702 h 5627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562799">
                  <a:moveTo>
                    <a:pt x="537744" y="0"/>
                  </a:moveTo>
                  <a:lnTo>
                    <a:pt x="537744" y="562799"/>
                  </a:lnTo>
                  <a:lnTo>
                    <a:pt x="22" y="562799"/>
                  </a:lnTo>
                  <a:lnTo>
                    <a:pt x="0" y="562578"/>
                  </a:ln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1" name="Freeform 48">
              <a:extLst>
                <a:ext uri="{FF2B5EF4-FFF2-40B4-BE49-F238E27FC236}">
                  <a16:creationId xmlns:a16="http://schemas.microsoft.com/office/drawing/2014/main" id="{392468EE-53D9-F243-B2B0-FA9D2A7429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4256" y="4923687"/>
              <a:ext cx="537744" cy="1125156"/>
            </a:xfrm>
            <a:custGeom>
              <a:avLst/>
              <a:gdLst>
                <a:gd name="connsiteX0" fmla="*/ 537744 w 537744"/>
                <a:gd name="connsiteY0" fmla="*/ 0 h 1125156"/>
                <a:gd name="connsiteX1" fmla="*/ 537744 w 537744"/>
                <a:gd name="connsiteY1" fmla="*/ 1125156 h 1125156"/>
                <a:gd name="connsiteX2" fmla="*/ 451422 w 537744"/>
                <a:gd name="connsiteY2" fmla="*/ 1116454 h 1125156"/>
                <a:gd name="connsiteX3" fmla="*/ 0 w 537744"/>
                <a:gd name="connsiteY3" fmla="*/ 562578 h 1125156"/>
                <a:gd name="connsiteX4" fmla="*/ 451422 w 537744"/>
                <a:gd name="connsiteY4" fmla="*/ 8702 h 1125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1125156">
                  <a:moveTo>
                    <a:pt x="537744" y="0"/>
                  </a:moveTo>
                  <a:lnTo>
                    <a:pt x="537744" y="1125156"/>
                  </a:lnTo>
                  <a:lnTo>
                    <a:pt x="451422" y="1116454"/>
                  </a:lnTo>
                  <a:cubicBezTo>
                    <a:pt x="193796" y="1063736"/>
                    <a:pt x="0" y="835789"/>
                    <a:pt x="0" y="562578"/>
                  </a:cubicBez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2" name="Freeform 49">
              <a:extLst>
                <a:ext uri="{FF2B5EF4-FFF2-40B4-BE49-F238E27FC236}">
                  <a16:creationId xmlns:a16="http://schemas.microsoft.com/office/drawing/2014/main" id="{6C6EB606-ED6D-3D47-B27D-C7736D7818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4256" y="3552173"/>
              <a:ext cx="537744" cy="1125156"/>
            </a:xfrm>
            <a:custGeom>
              <a:avLst/>
              <a:gdLst>
                <a:gd name="connsiteX0" fmla="*/ 537744 w 537744"/>
                <a:gd name="connsiteY0" fmla="*/ 0 h 1125156"/>
                <a:gd name="connsiteX1" fmla="*/ 537744 w 537744"/>
                <a:gd name="connsiteY1" fmla="*/ 1125156 h 1125156"/>
                <a:gd name="connsiteX2" fmla="*/ 451422 w 537744"/>
                <a:gd name="connsiteY2" fmla="*/ 1116454 h 1125156"/>
                <a:gd name="connsiteX3" fmla="*/ 0 w 537744"/>
                <a:gd name="connsiteY3" fmla="*/ 562578 h 1125156"/>
                <a:gd name="connsiteX4" fmla="*/ 451422 w 537744"/>
                <a:gd name="connsiteY4" fmla="*/ 8702 h 1125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1125156">
                  <a:moveTo>
                    <a:pt x="537744" y="0"/>
                  </a:moveTo>
                  <a:lnTo>
                    <a:pt x="537744" y="1125156"/>
                  </a:lnTo>
                  <a:lnTo>
                    <a:pt x="451422" y="1116454"/>
                  </a:lnTo>
                  <a:cubicBezTo>
                    <a:pt x="193796" y="1063736"/>
                    <a:pt x="0" y="835789"/>
                    <a:pt x="0" y="562578"/>
                  </a:cubicBez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3" name="Freeform 50">
              <a:extLst>
                <a:ext uri="{FF2B5EF4-FFF2-40B4-BE49-F238E27FC236}">
                  <a16:creationId xmlns:a16="http://schemas.microsoft.com/office/drawing/2014/main" id="{1E551583-A0DA-C64D-8385-F579D091EA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4256" y="2180659"/>
              <a:ext cx="537744" cy="1125156"/>
            </a:xfrm>
            <a:custGeom>
              <a:avLst/>
              <a:gdLst>
                <a:gd name="connsiteX0" fmla="*/ 537744 w 537744"/>
                <a:gd name="connsiteY0" fmla="*/ 0 h 1125156"/>
                <a:gd name="connsiteX1" fmla="*/ 537744 w 537744"/>
                <a:gd name="connsiteY1" fmla="*/ 1125156 h 1125156"/>
                <a:gd name="connsiteX2" fmla="*/ 451422 w 537744"/>
                <a:gd name="connsiteY2" fmla="*/ 1116454 h 1125156"/>
                <a:gd name="connsiteX3" fmla="*/ 0 w 537744"/>
                <a:gd name="connsiteY3" fmla="*/ 562578 h 1125156"/>
                <a:gd name="connsiteX4" fmla="*/ 451422 w 537744"/>
                <a:gd name="connsiteY4" fmla="*/ 8702 h 1125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1125156">
                  <a:moveTo>
                    <a:pt x="537744" y="0"/>
                  </a:moveTo>
                  <a:lnTo>
                    <a:pt x="537744" y="1125156"/>
                  </a:lnTo>
                  <a:lnTo>
                    <a:pt x="451422" y="1116454"/>
                  </a:lnTo>
                  <a:cubicBezTo>
                    <a:pt x="193796" y="1063736"/>
                    <a:pt x="0" y="835789"/>
                    <a:pt x="0" y="562578"/>
                  </a:cubicBez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4" name="Freeform 51">
              <a:extLst>
                <a:ext uri="{FF2B5EF4-FFF2-40B4-BE49-F238E27FC236}">
                  <a16:creationId xmlns:a16="http://schemas.microsoft.com/office/drawing/2014/main" id="{3C9B75DD-4CC7-0143-9DF3-9249A306A8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4256" y="809146"/>
              <a:ext cx="537744" cy="1125156"/>
            </a:xfrm>
            <a:custGeom>
              <a:avLst/>
              <a:gdLst>
                <a:gd name="connsiteX0" fmla="*/ 537744 w 537744"/>
                <a:gd name="connsiteY0" fmla="*/ 0 h 1125156"/>
                <a:gd name="connsiteX1" fmla="*/ 537744 w 537744"/>
                <a:gd name="connsiteY1" fmla="*/ 1125156 h 1125156"/>
                <a:gd name="connsiteX2" fmla="*/ 451422 w 537744"/>
                <a:gd name="connsiteY2" fmla="*/ 1116454 h 1125156"/>
                <a:gd name="connsiteX3" fmla="*/ 0 w 537744"/>
                <a:gd name="connsiteY3" fmla="*/ 562578 h 1125156"/>
                <a:gd name="connsiteX4" fmla="*/ 451422 w 537744"/>
                <a:gd name="connsiteY4" fmla="*/ 8702 h 1125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1125156">
                  <a:moveTo>
                    <a:pt x="537744" y="0"/>
                  </a:moveTo>
                  <a:lnTo>
                    <a:pt x="537744" y="1125156"/>
                  </a:lnTo>
                  <a:lnTo>
                    <a:pt x="451422" y="1116454"/>
                  </a:lnTo>
                  <a:cubicBezTo>
                    <a:pt x="193796" y="1063736"/>
                    <a:pt x="0" y="835789"/>
                    <a:pt x="0" y="562578"/>
                  </a:cubicBez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5" name="Freeform 52">
              <a:extLst>
                <a:ext uri="{FF2B5EF4-FFF2-40B4-BE49-F238E27FC236}">
                  <a16:creationId xmlns:a16="http://schemas.microsoft.com/office/drawing/2014/main" id="{59CDD5E1-EB61-2847-B3B3-33771B1041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4256" y="0"/>
              <a:ext cx="537744" cy="562788"/>
            </a:xfrm>
            <a:custGeom>
              <a:avLst/>
              <a:gdLst>
                <a:gd name="connsiteX0" fmla="*/ 21 w 537744"/>
                <a:gd name="connsiteY0" fmla="*/ 0 h 562788"/>
                <a:gd name="connsiteX1" fmla="*/ 537744 w 537744"/>
                <a:gd name="connsiteY1" fmla="*/ 0 h 562788"/>
                <a:gd name="connsiteX2" fmla="*/ 537744 w 537744"/>
                <a:gd name="connsiteY2" fmla="*/ 562788 h 562788"/>
                <a:gd name="connsiteX3" fmla="*/ 451422 w 537744"/>
                <a:gd name="connsiteY3" fmla="*/ 554086 h 562788"/>
                <a:gd name="connsiteX4" fmla="*/ 0 w 537744"/>
                <a:gd name="connsiteY4" fmla="*/ 211 h 5627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562788">
                  <a:moveTo>
                    <a:pt x="21" y="0"/>
                  </a:moveTo>
                  <a:lnTo>
                    <a:pt x="537744" y="0"/>
                  </a:lnTo>
                  <a:lnTo>
                    <a:pt x="537744" y="562788"/>
                  </a:lnTo>
                  <a:lnTo>
                    <a:pt x="451422" y="554086"/>
                  </a:lnTo>
                  <a:cubicBezTo>
                    <a:pt x="193796" y="501368"/>
                    <a:pt x="0" y="273421"/>
                    <a:pt x="0" y="21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943230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5" name="Group 134">
            <a:extLst>
              <a:ext uri="{FF2B5EF4-FFF2-40B4-BE49-F238E27FC236}">
                <a16:creationId xmlns:a16="http://schemas.microsoft.com/office/drawing/2014/main" id="{EB46B8FB-F6A2-5F47-A6CD-A7E17E6927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201388" y="0"/>
            <a:ext cx="5990612" cy="6858001"/>
            <a:chOff x="6201388" y="0"/>
            <a:chExt cx="5990612" cy="6858001"/>
          </a:xfrm>
        </p:grpSpPr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419BDE93-3EC2-4E4D-BC0B-417378F49E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1388" y="354939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Freeform 46">
              <a:extLst>
                <a:ext uri="{FF2B5EF4-FFF2-40B4-BE49-F238E27FC236}">
                  <a16:creationId xmlns:a16="http://schemas.microsoft.com/office/drawing/2014/main" id="{FE21F82F-1EE5-8240-97F8-387DF0253F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1389" y="1"/>
              <a:ext cx="1130725" cy="565575"/>
            </a:xfrm>
            <a:custGeom>
              <a:avLst/>
              <a:gdLst>
                <a:gd name="connsiteX0" fmla="*/ 21 w 1130725"/>
                <a:gd name="connsiteY0" fmla="*/ 0 h 565575"/>
                <a:gd name="connsiteX1" fmla="*/ 1130704 w 1130725"/>
                <a:gd name="connsiteY1" fmla="*/ 0 h 565575"/>
                <a:gd name="connsiteX2" fmla="*/ 1130725 w 1130725"/>
                <a:gd name="connsiteY2" fmla="*/ 213 h 565575"/>
                <a:gd name="connsiteX3" fmla="*/ 565362 w 1130725"/>
                <a:gd name="connsiteY3" fmla="*/ 565575 h 565575"/>
                <a:gd name="connsiteX4" fmla="*/ 0 w 1130725"/>
                <a:gd name="connsiteY4" fmla="*/ 213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5" h="565575">
                  <a:moveTo>
                    <a:pt x="21" y="0"/>
                  </a:moveTo>
                  <a:lnTo>
                    <a:pt x="1130704" y="0"/>
                  </a:lnTo>
                  <a:lnTo>
                    <a:pt x="1130725" y="213"/>
                  </a:lnTo>
                  <a:cubicBezTo>
                    <a:pt x="1130725" y="312454"/>
                    <a:pt x="877604" y="565575"/>
                    <a:pt x="565362" y="565575"/>
                  </a:cubicBezTo>
                  <a:cubicBezTo>
                    <a:pt x="253121" y="565575"/>
                    <a:pt x="0" y="312454"/>
                    <a:pt x="0" y="21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3" name="Freeform 48">
              <a:extLst>
                <a:ext uri="{FF2B5EF4-FFF2-40B4-BE49-F238E27FC236}">
                  <a16:creationId xmlns:a16="http://schemas.microsoft.com/office/drawing/2014/main" id="{AE1903E3-6B5F-6B4C-9A1F-62628A050A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564255" y="6292426"/>
              <a:ext cx="1130723" cy="565575"/>
            </a:xfrm>
            <a:custGeom>
              <a:avLst/>
              <a:gdLst>
                <a:gd name="connsiteX0" fmla="*/ 565362 w 1130723"/>
                <a:gd name="connsiteY0" fmla="*/ 0 h 565575"/>
                <a:gd name="connsiteX1" fmla="*/ 1130723 w 1130723"/>
                <a:gd name="connsiteY1" fmla="*/ 565362 h 565575"/>
                <a:gd name="connsiteX2" fmla="*/ 1130702 w 1130723"/>
                <a:gd name="connsiteY2" fmla="*/ 565575 h 565575"/>
                <a:gd name="connsiteX3" fmla="*/ 21 w 1130723"/>
                <a:gd name="connsiteY3" fmla="*/ 565575 h 565575"/>
                <a:gd name="connsiteX4" fmla="*/ 0 w 1130723"/>
                <a:gd name="connsiteY4" fmla="*/ 565362 h 565575"/>
                <a:gd name="connsiteX5" fmla="*/ 565362 w 1130723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3" h="565575">
                  <a:moveTo>
                    <a:pt x="565362" y="0"/>
                  </a:moveTo>
                  <a:cubicBezTo>
                    <a:pt x="877602" y="0"/>
                    <a:pt x="1130723" y="253121"/>
                    <a:pt x="1130723" y="565362"/>
                  </a:cubicBezTo>
                  <a:lnTo>
                    <a:pt x="1130702" y="565575"/>
                  </a:lnTo>
                  <a:lnTo>
                    <a:pt x="21" y="565575"/>
                  </a:lnTo>
                  <a:lnTo>
                    <a:pt x="0" y="565362"/>
                  </a:lnTo>
                  <a:cubicBezTo>
                    <a:pt x="0" y="253121"/>
                    <a:pt x="253120" y="0"/>
                    <a:pt x="565362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F7C55863-3B37-0743-B001-1A970033FB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564253" y="354939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932B4C24-3A58-924C-B79A-D961EF7C2C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564253" y="2177881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21EF52E0-D2CF-544F-93A6-4D7B45A048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564253" y="806366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 63">
              <a:extLst>
                <a:ext uri="{FF2B5EF4-FFF2-40B4-BE49-F238E27FC236}">
                  <a16:creationId xmlns:a16="http://schemas.microsoft.com/office/drawing/2014/main" id="{6966CFE5-1C8C-2E4F-9B2D-A8438F5A53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564254" y="1"/>
              <a:ext cx="1130725" cy="565575"/>
            </a:xfrm>
            <a:custGeom>
              <a:avLst/>
              <a:gdLst>
                <a:gd name="connsiteX0" fmla="*/ 21 w 1130725"/>
                <a:gd name="connsiteY0" fmla="*/ 0 h 565575"/>
                <a:gd name="connsiteX1" fmla="*/ 1130704 w 1130725"/>
                <a:gd name="connsiteY1" fmla="*/ 0 h 565575"/>
                <a:gd name="connsiteX2" fmla="*/ 1130725 w 1130725"/>
                <a:gd name="connsiteY2" fmla="*/ 213 h 565575"/>
                <a:gd name="connsiteX3" fmla="*/ 565363 w 1130725"/>
                <a:gd name="connsiteY3" fmla="*/ 565575 h 565575"/>
                <a:gd name="connsiteX4" fmla="*/ 0 w 1130725"/>
                <a:gd name="connsiteY4" fmla="*/ 213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5" h="565575">
                  <a:moveTo>
                    <a:pt x="21" y="0"/>
                  </a:moveTo>
                  <a:lnTo>
                    <a:pt x="1130704" y="0"/>
                  </a:lnTo>
                  <a:lnTo>
                    <a:pt x="1130725" y="213"/>
                  </a:lnTo>
                  <a:cubicBezTo>
                    <a:pt x="1130725" y="312454"/>
                    <a:pt x="877603" y="565575"/>
                    <a:pt x="565363" y="565575"/>
                  </a:cubicBezTo>
                  <a:cubicBezTo>
                    <a:pt x="253121" y="565575"/>
                    <a:pt x="0" y="312454"/>
                    <a:pt x="0" y="21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8" name="Freeform 64">
              <a:extLst>
                <a:ext uri="{FF2B5EF4-FFF2-40B4-BE49-F238E27FC236}">
                  <a16:creationId xmlns:a16="http://schemas.microsoft.com/office/drawing/2014/main" id="{9FD29EF3-A5B2-554A-A307-6BE1BCE8AF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27118" y="6292426"/>
              <a:ext cx="1130724" cy="565575"/>
            </a:xfrm>
            <a:custGeom>
              <a:avLst/>
              <a:gdLst>
                <a:gd name="connsiteX0" fmla="*/ 565362 w 1130724"/>
                <a:gd name="connsiteY0" fmla="*/ 0 h 565575"/>
                <a:gd name="connsiteX1" fmla="*/ 1130724 w 1130724"/>
                <a:gd name="connsiteY1" fmla="*/ 565362 h 565575"/>
                <a:gd name="connsiteX2" fmla="*/ 1130703 w 1130724"/>
                <a:gd name="connsiteY2" fmla="*/ 565575 h 565575"/>
                <a:gd name="connsiteX3" fmla="*/ 22 w 1130724"/>
                <a:gd name="connsiteY3" fmla="*/ 565575 h 565575"/>
                <a:gd name="connsiteX4" fmla="*/ 0 w 1130724"/>
                <a:gd name="connsiteY4" fmla="*/ 565362 h 565575"/>
                <a:gd name="connsiteX5" fmla="*/ 565362 w 1130724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4" h="565575">
                  <a:moveTo>
                    <a:pt x="565362" y="0"/>
                  </a:moveTo>
                  <a:cubicBezTo>
                    <a:pt x="877603" y="0"/>
                    <a:pt x="1130724" y="253121"/>
                    <a:pt x="1130724" y="565362"/>
                  </a:cubicBezTo>
                  <a:lnTo>
                    <a:pt x="1130703" y="565575"/>
                  </a:lnTo>
                  <a:lnTo>
                    <a:pt x="22" y="565575"/>
                  </a:lnTo>
                  <a:lnTo>
                    <a:pt x="0" y="565362"/>
                  </a:lnTo>
                  <a:cubicBezTo>
                    <a:pt x="0" y="253121"/>
                    <a:pt x="253121" y="0"/>
                    <a:pt x="56536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AC1ECAD8-0CF2-934D-AA1E-C108208CDE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27118" y="4920911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DB14DED1-3A58-8C4D-902E-2A9F34043F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27118" y="3549396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65D65157-5719-0341-A807-A8956595FB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27118" y="2177881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A7F23F74-B777-2A4C-8EF9-E798880D59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27118" y="80636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Freeform 70">
              <a:extLst>
                <a:ext uri="{FF2B5EF4-FFF2-40B4-BE49-F238E27FC236}">
                  <a16:creationId xmlns:a16="http://schemas.microsoft.com/office/drawing/2014/main" id="{E3B9A050-0AE1-1D4B-A2AC-6EEF64B106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27117" y="0"/>
              <a:ext cx="1130726" cy="565576"/>
            </a:xfrm>
            <a:custGeom>
              <a:avLst/>
              <a:gdLst>
                <a:gd name="connsiteX0" fmla="*/ 22 w 1130726"/>
                <a:gd name="connsiteY0" fmla="*/ 0 h 565576"/>
                <a:gd name="connsiteX1" fmla="*/ 1130704 w 1130726"/>
                <a:gd name="connsiteY1" fmla="*/ 0 h 565576"/>
                <a:gd name="connsiteX2" fmla="*/ 1130726 w 1130726"/>
                <a:gd name="connsiteY2" fmla="*/ 214 h 565576"/>
                <a:gd name="connsiteX3" fmla="*/ 565363 w 1130726"/>
                <a:gd name="connsiteY3" fmla="*/ 565576 h 565576"/>
                <a:gd name="connsiteX4" fmla="*/ 0 w 1130726"/>
                <a:gd name="connsiteY4" fmla="*/ 214 h 565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6" h="565576">
                  <a:moveTo>
                    <a:pt x="22" y="0"/>
                  </a:moveTo>
                  <a:lnTo>
                    <a:pt x="1130704" y="0"/>
                  </a:lnTo>
                  <a:lnTo>
                    <a:pt x="1130726" y="214"/>
                  </a:lnTo>
                  <a:cubicBezTo>
                    <a:pt x="1130726" y="312455"/>
                    <a:pt x="877604" y="565576"/>
                    <a:pt x="565363" y="565576"/>
                  </a:cubicBezTo>
                  <a:cubicBezTo>
                    <a:pt x="253122" y="565576"/>
                    <a:pt x="0" y="312455"/>
                    <a:pt x="0" y="21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4" name="Freeform 71">
              <a:extLst>
                <a:ext uri="{FF2B5EF4-FFF2-40B4-BE49-F238E27FC236}">
                  <a16:creationId xmlns:a16="http://schemas.microsoft.com/office/drawing/2014/main" id="{C424FE38-F803-8D47-BF56-1B18EC2B1F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89984" y="6292426"/>
              <a:ext cx="1130724" cy="565575"/>
            </a:xfrm>
            <a:custGeom>
              <a:avLst/>
              <a:gdLst>
                <a:gd name="connsiteX0" fmla="*/ 565362 w 1130724"/>
                <a:gd name="connsiteY0" fmla="*/ 0 h 565575"/>
                <a:gd name="connsiteX1" fmla="*/ 1130724 w 1130724"/>
                <a:gd name="connsiteY1" fmla="*/ 565362 h 565575"/>
                <a:gd name="connsiteX2" fmla="*/ 1130703 w 1130724"/>
                <a:gd name="connsiteY2" fmla="*/ 565575 h 565575"/>
                <a:gd name="connsiteX3" fmla="*/ 21 w 1130724"/>
                <a:gd name="connsiteY3" fmla="*/ 565575 h 565575"/>
                <a:gd name="connsiteX4" fmla="*/ 0 w 1130724"/>
                <a:gd name="connsiteY4" fmla="*/ 565362 h 565575"/>
                <a:gd name="connsiteX5" fmla="*/ 565362 w 1130724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4" h="565575">
                  <a:moveTo>
                    <a:pt x="565362" y="0"/>
                  </a:moveTo>
                  <a:cubicBezTo>
                    <a:pt x="877603" y="0"/>
                    <a:pt x="1130724" y="253121"/>
                    <a:pt x="1130724" y="565362"/>
                  </a:cubicBezTo>
                  <a:lnTo>
                    <a:pt x="1130703" y="565575"/>
                  </a:lnTo>
                  <a:lnTo>
                    <a:pt x="21" y="565575"/>
                  </a:lnTo>
                  <a:lnTo>
                    <a:pt x="0" y="565362"/>
                  </a:lnTo>
                  <a:cubicBezTo>
                    <a:pt x="0" y="253121"/>
                    <a:pt x="253121" y="0"/>
                    <a:pt x="565362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E37187F2-9212-0641-97D0-1ACD50B748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89984" y="4920911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C760C651-2AC4-564E-BEAA-AB7FAFE7F7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89984" y="354939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58B0A1B8-5BA3-3548-9511-B4904D0526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89984" y="80636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Freeform 75">
              <a:extLst>
                <a:ext uri="{FF2B5EF4-FFF2-40B4-BE49-F238E27FC236}">
                  <a16:creationId xmlns:a16="http://schemas.microsoft.com/office/drawing/2014/main" id="{424CD779-EE9A-214D-9488-767327E373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89983" y="0"/>
              <a:ext cx="1130726" cy="565576"/>
            </a:xfrm>
            <a:custGeom>
              <a:avLst/>
              <a:gdLst>
                <a:gd name="connsiteX0" fmla="*/ 21 w 1130726"/>
                <a:gd name="connsiteY0" fmla="*/ 0 h 565576"/>
                <a:gd name="connsiteX1" fmla="*/ 1130704 w 1130726"/>
                <a:gd name="connsiteY1" fmla="*/ 0 h 565576"/>
                <a:gd name="connsiteX2" fmla="*/ 1130726 w 1130726"/>
                <a:gd name="connsiteY2" fmla="*/ 214 h 565576"/>
                <a:gd name="connsiteX3" fmla="*/ 565363 w 1130726"/>
                <a:gd name="connsiteY3" fmla="*/ 565576 h 565576"/>
                <a:gd name="connsiteX4" fmla="*/ 0 w 1130726"/>
                <a:gd name="connsiteY4" fmla="*/ 214 h 565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6" h="565576">
                  <a:moveTo>
                    <a:pt x="21" y="0"/>
                  </a:moveTo>
                  <a:lnTo>
                    <a:pt x="1130704" y="0"/>
                  </a:lnTo>
                  <a:lnTo>
                    <a:pt x="1130726" y="214"/>
                  </a:lnTo>
                  <a:cubicBezTo>
                    <a:pt x="1130726" y="312455"/>
                    <a:pt x="877604" y="565576"/>
                    <a:pt x="565363" y="565576"/>
                  </a:cubicBezTo>
                  <a:cubicBezTo>
                    <a:pt x="253122" y="565576"/>
                    <a:pt x="0" y="312455"/>
                    <a:pt x="0" y="214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9" name="Freeform 76">
              <a:extLst>
                <a:ext uri="{FF2B5EF4-FFF2-40B4-BE49-F238E27FC236}">
                  <a16:creationId xmlns:a16="http://schemas.microsoft.com/office/drawing/2014/main" id="{630D08C6-9EFB-8540-875F-2A55DED2AA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2854" y="6295069"/>
              <a:ext cx="539146" cy="562931"/>
            </a:xfrm>
            <a:custGeom>
              <a:avLst/>
              <a:gdLst>
                <a:gd name="connsiteX0" fmla="*/ 539146 w 539146"/>
                <a:gd name="connsiteY0" fmla="*/ 0 h 562931"/>
                <a:gd name="connsiteX1" fmla="*/ 539146 w 539146"/>
                <a:gd name="connsiteY1" fmla="*/ 562931 h 562931"/>
                <a:gd name="connsiteX2" fmla="*/ 21 w 539146"/>
                <a:gd name="connsiteY2" fmla="*/ 562931 h 562931"/>
                <a:gd name="connsiteX3" fmla="*/ 0 w 539146"/>
                <a:gd name="connsiteY3" fmla="*/ 562719 h 562931"/>
                <a:gd name="connsiteX4" fmla="*/ 451422 w 539146"/>
                <a:gd name="connsiteY4" fmla="*/ 8843 h 5629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6" h="562931">
                  <a:moveTo>
                    <a:pt x="539146" y="0"/>
                  </a:moveTo>
                  <a:lnTo>
                    <a:pt x="539146" y="562931"/>
                  </a:lnTo>
                  <a:lnTo>
                    <a:pt x="21" y="562931"/>
                  </a:lnTo>
                  <a:lnTo>
                    <a:pt x="0" y="562719"/>
                  </a:lnTo>
                  <a:cubicBezTo>
                    <a:pt x="0" y="289508"/>
                    <a:pt x="193796" y="61561"/>
                    <a:pt x="451422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0" name="Freeform 77">
              <a:extLst>
                <a:ext uri="{FF2B5EF4-FFF2-40B4-BE49-F238E27FC236}">
                  <a16:creationId xmlns:a16="http://schemas.microsoft.com/office/drawing/2014/main" id="{D7E8DA86-1294-4641-9C52-6E15315064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2853" y="4923555"/>
              <a:ext cx="539147" cy="1125439"/>
            </a:xfrm>
            <a:custGeom>
              <a:avLst/>
              <a:gdLst>
                <a:gd name="connsiteX0" fmla="*/ 539147 w 539147"/>
                <a:gd name="connsiteY0" fmla="*/ 0 h 1125439"/>
                <a:gd name="connsiteX1" fmla="*/ 539147 w 539147"/>
                <a:gd name="connsiteY1" fmla="*/ 1125439 h 1125439"/>
                <a:gd name="connsiteX2" fmla="*/ 451423 w 539147"/>
                <a:gd name="connsiteY2" fmla="*/ 1116595 h 1125439"/>
                <a:gd name="connsiteX3" fmla="*/ 0 w 539147"/>
                <a:gd name="connsiteY3" fmla="*/ 562719 h 1125439"/>
                <a:gd name="connsiteX4" fmla="*/ 451423 w 539147"/>
                <a:gd name="connsiteY4" fmla="*/ 8843 h 1125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9">
                  <a:moveTo>
                    <a:pt x="539147" y="0"/>
                  </a:moveTo>
                  <a:lnTo>
                    <a:pt x="539147" y="1125439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1" name="Freeform 78">
              <a:extLst>
                <a:ext uri="{FF2B5EF4-FFF2-40B4-BE49-F238E27FC236}">
                  <a16:creationId xmlns:a16="http://schemas.microsoft.com/office/drawing/2014/main" id="{011063C9-2A43-3348-A018-F27FACAA77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2853" y="3552039"/>
              <a:ext cx="539147" cy="1125438"/>
            </a:xfrm>
            <a:custGeom>
              <a:avLst/>
              <a:gdLst>
                <a:gd name="connsiteX0" fmla="*/ 539147 w 539147"/>
                <a:gd name="connsiteY0" fmla="*/ 0 h 1125438"/>
                <a:gd name="connsiteX1" fmla="*/ 539147 w 539147"/>
                <a:gd name="connsiteY1" fmla="*/ 1125438 h 1125438"/>
                <a:gd name="connsiteX2" fmla="*/ 451423 w 539147"/>
                <a:gd name="connsiteY2" fmla="*/ 1116595 h 1125438"/>
                <a:gd name="connsiteX3" fmla="*/ 0 w 539147"/>
                <a:gd name="connsiteY3" fmla="*/ 562719 h 1125438"/>
                <a:gd name="connsiteX4" fmla="*/ 451423 w 539147"/>
                <a:gd name="connsiteY4" fmla="*/ 8843 h 1125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8">
                  <a:moveTo>
                    <a:pt x="539147" y="0"/>
                  </a:moveTo>
                  <a:lnTo>
                    <a:pt x="539147" y="1125438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2" name="Freeform 79">
              <a:extLst>
                <a:ext uri="{FF2B5EF4-FFF2-40B4-BE49-F238E27FC236}">
                  <a16:creationId xmlns:a16="http://schemas.microsoft.com/office/drawing/2014/main" id="{EE85C7DE-D965-244F-BD95-3A05FF4AAC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2853" y="2180524"/>
              <a:ext cx="539147" cy="1125438"/>
            </a:xfrm>
            <a:custGeom>
              <a:avLst/>
              <a:gdLst>
                <a:gd name="connsiteX0" fmla="*/ 539147 w 539147"/>
                <a:gd name="connsiteY0" fmla="*/ 0 h 1125438"/>
                <a:gd name="connsiteX1" fmla="*/ 539147 w 539147"/>
                <a:gd name="connsiteY1" fmla="*/ 1125438 h 1125438"/>
                <a:gd name="connsiteX2" fmla="*/ 451423 w 539147"/>
                <a:gd name="connsiteY2" fmla="*/ 1116595 h 1125438"/>
                <a:gd name="connsiteX3" fmla="*/ 0 w 539147"/>
                <a:gd name="connsiteY3" fmla="*/ 562719 h 1125438"/>
                <a:gd name="connsiteX4" fmla="*/ 451423 w 539147"/>
                <a:gd name="connsiteY4" fmla="*/ 8843 h 1125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8">
                  <a:moveTo>
                    <a:pt x="539147" y="0"/>
                  </a:moveTo>
                  <a:lnTo>
                    <a:pt x="539147" y="1125438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9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3" name="Freeform 80">
              <a:extLst>
                <a:ext uri="{FF2B5EF4-FFF2-40B4-BE49-F238E27FC236}">
                  <a16:creationId xmlns:a16="http://schemas.microsoft.com/office/drawing/2014/main" id="{315A1389-149A-3342-A863-637D42FDB2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2853" y="809010"/>
              <a:ext cx="539147" cy="1125439"/>
            </a:xfrm>
            <a:custGeom>
              <a:avLst/>
              <a:gdLst>
                <a:gd name="connsiteX0" fmla="*/ 539147 w 539147"/>
                <a:gd name="connsiteY0" fmla="*/ 0 h 1125439"/>
                <a:gd name="connsiteX1" fmla="*/ 539147 w 539147"/>
                <a:gd name="connsiteY1" fmla="*/ 1125439 h 1125439"/>
                <a:gd name="connsiteX2" fmla="*/ 451423 w 539147"/>
                <a:gd name="connsiteY2" fmla="*/ 1116595 h 1125439"/>
                <a:gd name="connsiteX3" fmla="*/ 0 w 539147"/>
                <a:gd name="connsiteY3" fmla="*/ 562719 h 1125439"/>
                <a:gd name="connsiteX4" fmla="*/ 451423 w 539147"/>
                <a:gd name="connsiteY4" fmla="*/ 8843 h 1125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9">
                  <a:moveTo>
                    <a:pt x="539147" y="0"/>
                  </a:moveTo>
                  <a:lnTo>
                    <a:pt x="539147" y="1125439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4" name="Freeform 81">
              <a:extLst>
                <a:ext uri="{FF2B5EF4-FFF2-40B4-BE49-F238E27FC236}">
                  <a16:creationId xmlns:a16="http://schemas.microsoft.com/office/drawing/2014/main" id="{B149CC6F-B6C6-BE46-B451-1BF7D47A89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2853" y="1"/>
              <a:ext cx="539147" cy="562933"/>
            </a:xfrm>
            <a:custGeom>
              <a:avLst/>
              <a:gdLst>
                <a:gd name="connsiteX0" fmla="*/ 22 w 539147"/>
                <a:gd name="connsiteY0" fmla="*/ 0 h 562933"/>
                <a:gd name="connsiteX1" fmla="*/ 539147 w 539147"/>
                <a:gd name="connsiteY1" fmla="*/ 0 h 562933"/>
                <a:gd name="connsiteX2" fmla="*/ 539147 w 539147"/>
                <a:gd name="connsiteY2" fmla="*/ 562933 h 562933"/>
                <a:gd name="connsiteX3" fmla="*/ 451423 w 539147"/>
                <a:gd name="connsiteY3" fmla="*/ 554090 h 562933"/>
                <a:gd name="connsiteX4" fmla="*/ 0 w 539147"/>
                <a:gd name="connsiteY4" fmla="*/ 214 h 5629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562933">
                  <a:moveTo>
                    <a:pt x="22" y="0"/>
                  </a:moveTo>
                  <a:lnTo>
                    <a:pt x="539147" y="0"/>
                  </a:lnTo>
                  <a:lnTo>
                    <a:pt x="539147" y="562933"/>
                  </a:lnTo>
                  <a:lnTo>
                    <a:pt x="451423" y="554090"/>
                  </a:lnTo>
                  <a:cubicBezTo>
                    <a:pt x="193797" y="501372"/>
                    <a:pt x="0" y="273425"/>
                    <a:pt x="0" y="214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cxnSp>
        <p:nvCxnSpPr>
          <p:cNvPr id="136" name="Straight Connector 135">
            <a:extLst>
              <a:ext uri="{FF2B5EF4-FFF2-40B4-BE49-F238E27FC236}">
                <a16:creationId xmlns:a16="http://schemas.microsoft.com/office/drawing/2014/main" id="{D33A3282-0389-C547-8CA6-7F3E7F27B3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65150" y="6087110"/>
            <a:ext cx="5066001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37" name="Rectangle 136">
            <a:extLst>
              <a:ext uri="{FF2B5EF4-FFF2-40B4-BE49-F238E27FC236}">
                <a16:creationId xmlns:a16="http://schemas.microsoft.com/office/drawing/2014/main" id="{4EFE82FE-7465-AE46-88DF-34D347E83B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BD764F9-79D8-68D0-7A8D-634AE279FA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924" y="274322"/>
            <a:ext cx="10222996" cy="822956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400" dirty="0"/>
              <a:t>Final Dataset to be ready for further Analysis</a:t>
            </a:r>
          </a:p>
        </p:txBody>
      </p:sp>
      <p:grpSp>
        <p:nvGrpSpPr>
          <p:cNvPr id="138" name="Group 137">
            <a:extLst>
              <a:ext uri="{FF2B5EF4-FFF2-40B4-BE49-F238E27FC236}">
                <a16:creationId xmlns:a16="http://schemas.microsoft.com/office/drawing/2014/main" id="{BCFFF971-DAC9-F44B-9F22-4B030B6B61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290315" y="0"/>
            <a:ext cx="1901686" cy="4677439"/>
            <a:chOff x="10290315" y="0"/>
            <a:chExt cx="1901686" cy="4677439"/>
          </a:xfrm>
        </p:grpSpPr>
        <p:sp>
          <p:nvSpPr>
            <p:cNvPr id="41" name="Freeform 39">
              <a:extLst>
                <a:ext uri="{FF2B5EF4-FFF2-40B4-BE49-F238E27FC236}">
                  <a16:creationId xmlns:a16="http://schemas.microsoft.com/office/drawing/2014/main" id="{2E3E7145-2B02-8142-A82F-FFCA717D61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90315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2" name="Freeform 41">
              <a:extLst>
                <a:ext uri="{FF2B5EF4-FFF2-40B4-BE49-F238E27FC236}">
                  <a16:creationId xmlns:a16="http://schemas.microsoft.com/office/drawing/2014/main" id="{33EA453D-E925-4C4C-A1E9-D54E82602D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3552066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3" name="Freeform 43">
              <a:extLst>
                <a:ext uri="{FF2B5EF4-FFF2-40B4-BE49-F238E27FC236}">
                  <a16:creationId xmlns:a16="http://schemas.microsoft.com/office/drawing/2014/main" id="{CBA4AF6C-8831-A34A-91A3-CC6ED3566B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809039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4" name="Freeform 44">
              <a:extLst>
                <a:ext uri="{FF2B5EF4-FFF2-40B4-BE49-F238E27FC236}">
                  <a16:creationId xmlns:a16="http://schemas.microsoft.com/office/drawing/2014/main" id="{8B12A352-6C2B-B94E-82E0-45D881BB7C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0"/>
              <a:ext cx="538821" cy="562898"/>
            </a:xfrm>
            <a:custGeom>
              <a:avLst/>
              <a:gdLst>
                <a:gd name="connsiteX0" fmla="*/ 21 w 538821"/>
                <a:gd name="connsiteY0" fmla="*/ 0 h 562898"/>
                <a:gd name="connsiteX1" fmla="*/ 538821 w 538821"/>
                <a:gd name="connsiteY1" fmla="*/ 0 h 562898"/>
                <a:gd name="connsiteX2" fmla="*/ 538821 w 538821"/>
                <a:gd name="connsiteY2" fmla="*/ 562898 h 562898"/>
                <a:gd name="connsiteX3" fmla="*/ 451422 w 538821"/>
                <a:gd name="connsiteY3" fmla="*/ 554087 h 562898"/>
                <a:gd name="connsiteX4" fmla="*/ 0 w 538821"/>
                <a:gd name="connsiteY4" fmla="*/ 211 h 56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898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67005ED-0692-B012-E847-C9D6ED5F82C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rcRect b="20695"/>
          <a:stretch/>
        </p:blipFill>
        <p:spPr>
          <a:xfrm>
            <a:off x="651489" y="1209044"/>
            <a:ext cx="10885620" cy="5242551"/>
          </a:xfrm>
          <a:prstGeom prst="rect">
            <a:avLst/>
          </a:prstGeom>
        </p:spPr>
      </p:pic>
      <p:cxnSp>
        <p:nvCxnSpPr>
          <p:cNvPr id="139" name="Straight Connector 138">
            <a:extLst>
              <a:ext uri="{FF2B5EF4-FFF2-40B4-BE49-F238E27FC236}">
                <a16:creationId xmlns:a16="http://schemas.microsoft.com/office/drawing/2014/main" id="{51D4F49C-5EE1-6C4F-858E-AE02CC2CD5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65150" y="6087110"/>
            <a:ext cx="11058344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70412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EB46B8FB-F6A2-5F47-A6CD-A7E17E6927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201388" y="0"/>
            <a:ext cx="5990612" cy="6858001"/>
            <a:chOff x="6201388" y="0"/>
            <a:chExt cx="5990612" cy="6858001"/>
          </a:xfrm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419BDE93-3EC2-4E4D-BC0B-417378F49E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1388" y="354939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Freeform 46">
              <a:extLst>
                <a:ext uri="{FF2B5EF4-FFF2-40B4-BE49-F238E27FC236}">
                  <a16:creationId xmlns:a16="http://schemas.microsoft.com/office/drawing/2014/main" id="{FE21F82F-1EE5-8240-97F8-387DF0253F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1389" y="1"/>
              <a:ext cx="1130725" cy="565575"/>
            </a:xfrm>
            <a:custGeom>
              <a:avLst/>
              <a:gdLst>
                <a:gd name="connsiteX0" fmla="*/ 21 w 1130725"/>
                <a:gd name="connsiteY0" fmla="*/ 0 h 565575"/>
                <a:gd name="connsiteX1" fmla="*/ 1130704 w 1130725"/>
                <a:gd name="connsiteY1" fmla="*/ 0 h 565575"/>
                <a:gd name="connsiteX2" fmla="*/ 1130725 w 1130725"/>
                <a:gd name="connsiteY2" fmla="*/ 213 h 565575"/>
                <a:gd name="connsiteX3" fmla="*/ 565362 w 1130725"/>
                <a:gd name="connsiteY3" fmla="*/ 565575 h 565575"/>
                <a:gd name="connsiteX4" fmla="*/ 0 w 1130725"/>
                <a:gd name="connsiteY4" fmla="*/ 213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5" h="565575">
                  <a:moveTo>
                    <a:pt x="21" y="0"/>
                  </a:moveTo>
                  <a:lnTo>
                    <a:pt x="1130704" y="0"/>
                  </a:lnTo>
                  <a:lnTo>
                    <a:pt x="1130725" y="213"/>
                  </a:lnTo>
                  <a:cubicBezTo>
                    <a:pt x="1130725" y="312454"/>
                    <a:pt x="877604" y="565575"/>
                    <a:pt x="565362" y="565575"/>
                  </a:cubicBezTo>
                  <a:cubicBezTo>
                    <a:pt x="253121" y="565575"/>
                    <a:pt x="0" y="312454"/>
                    <a:pt x="0" y="21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2" name="Freeform 48">
              <a:extLst>
                <a:ext uri="{FF2B5EF4-FFF2-40B4-BE49-F238E27FC236}">
                  <a16:creationId xmlns:a16="http://schemas.microsoft.com/office/drawing/2014/main" id="{AE1903E3-6B5F-6B4C-9A1F-62628A050A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564255" y="6292426"/>
              <a:ext cx="1130723" cy="565575"/>
            </a:xfrm>
            <a:custGeom>
              <a:avLst/>
              <a:gdLst>
                <a:gd name="connsiteX0" fmla="*/ 565362 w 1130723"/>
                <a:gd name="connsiteY0" fmla="*/ 0 h 565575"/>
                <a:gd name="connsiteX1" fmla="*/ 1130723 w 1130723"/>
                <a:gd name="connsiteY1" fmla="*/ 565362 h 565575"/>
                <a:gd name="connsiteX2" fmla="*/ 1130702 w 1130723"/>
                <a:gd name="connsiteY2" fmla="*/ 565575 h 565575"/>
                <a:gd name="connsiteX3" fmla="*/ 21 w 1130723"/>
                <a:gd name="connsiteY3" fmla="*/ 565575 h 565575"/>
                <a:gd name="connsiteX4" fmla="*/ 0 w 1130723"/>
                <a:gd name="connsiteY4" fmla="*/ 565362 h 565575"/>
                <a:gd name="connsiteX5" fmla="*/ 565362 w 1130723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3" h="565575">
                  <a:moveTo>
                    <a:pt x="565362" y="0"/>
                  </a:moveTo>
                  <a:cubicBezTo>
                    <a:pt x="877602" y="0"/>
                    <a:pt x="1130723" y="253121"/>
                    <a:pt x="1130723" y="565362"/>
                  </a:cubicBezTo>
                  <a:lnTo>
                    <a:pt x="1130702" y="565575"/>
                  </a:lnTo>
                  <a:lnTo>
                    <a:pt x="21" y="565575"/>
                  </a:lnTo>
                  <a:lnTo>
                    <a:pt x="0" y="565362"/>
                  </a:lnTo>
                  <a:cubicBezTo>
                    <a:pt x="0" y="253121"/>
                    <a:pt x="253120" y="0"/>
                    <a:pt x="565362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F7C55863-3B37-0743-B001-1A970033FB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564253" y="354939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932B4C24-3A58-924C-B79A-D961EF7C2C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564253" y="2177881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21EF52E0-D2CF-544F-93A6-4D7B45A048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564253" y="806366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 63">
              <a:extLst>
                <a:ext uri="{FF2B5EF4-FFF2-40B4-BE49-F238E27FC236}">
                  <a16:creationId xmlns:a16="http://schemas.microsoft.com/office/drawing/2014/main" id="{6966CFE5-1C8C-2E4F-9B2D-A8438F5A53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564254" y="1"/>
              <a:ext cx="1130725" cy="565575"/>
            </a:xfrm>
            <a:custGeom>
              <a:avLst/>
              <a:gdLst>
                <a:gd name="connsiteX0" fmla="*/ 21 w 1130725"/>
                <a:gd name="connsiteY0" fmla="*/ 0 h 565575"/>
                <a:gd name="connsiteX1" fmla="*/ 1130704 w 1130725"/>
                <a:gd name="connsiteY1" fmla="*/ 0 h 565575"/>
                <a:gd name="connsiteX2" fmla="*/ 1130725 w 1130725"/>
                <a:gd name="connsiteY2" fmla="*/ 213 h 565575"/>
                <a:gd name="connsiteX3" fmla="*/ 565363 w 1130725"/>
                <a:gd name="connsiteY3" fmla="*/ 565575 h 565575"/>
                <a:gd name="connsiteX4" fmla="*/ 0 w 1130725"/>
                <a:gd name="connsiteY4" fmla="*/ 213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5" h="565575">
                  <a:moveTo>
                    <a:pt x="21" y="0"/>
                  </a:moveTo>
                  <a:lnTo>
                    <a:pt x="1130704" y="0"/>
                  </a:lnTo>
                  <a:lnTo>
                    <a:pt x="1130725" y="213"/>
                  </a:lnTo>
                  <a:cubicBezTo>
                    <a:pt x="1130725" y="312454"/>
                    <a:pt x="877603" y="565575"/>
                    <a:pt x="565363" y="565575"/>
                  </a:cubicBezTo>
                  <a:cubicBezTo>
                    <a:pt x="253121" y="565575"/>
                    <a:pt x="0" y="312454"/>
                    <a:pt x="0" y="21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7" name="Freeform 64">
              <a:extLst>
                <a:ext uri="{FF2B5EF4-FFF2-40B4-BE49-F238E27FC236}">
                  <a16:creationId xmlns:a16="http://schemas.microsoft.com/office/drawing/2014/main" id="{9FD29EF3-A5B2-554A-A307-6BE1BCE8AF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27118" y="6292426"/>
              <a:ext cx="1130724" cy="565575"/>
            </a:xfrm>
            <a:custGeom>
              <a:avLst/>
              <a:gdLst>
                <a:gd name="connsiteX0" fmla="*/ 565362 w 1130724"/>
                <a:gd name="connsiteY0" fmla="*/ 0 h 565575"/>
                <a:gd name="connsiteX1" fmla="*/ 1130724 w 1130724"/>
                <a:gd name="connsiteY1" fmla="*/ 565362 h 565575"/>
                <a:gd name="connsiteX2" fmla="*/ 1130703 w 1130724"/>
                <a:gd name="connsiteY2" fmla="*/ 565575 h 565575"/>
                <a:gd name="connsiteX3" fmla="*/ 22 w 1130724"/>
                <a:gd name="connsiteY3" fmla="*/ 565575 h 565575"/>
                <a:gd name="connsiteX4" fmla="*/ 0 w 1130724"/>
                <a:gd name="connsiteY4" fmla="*/ 565362 h 565575"/>
                <a:gd name="connsiteX5" fmla="*/ 565362 w 1130724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4" h="565575">
                  <a:moveTo>
                    <a:pt x="565362" y="0"/>
                  </a:moveTo>
                  <a:cubicBezTo>
                    <a:pt x="877603" y="0"/>
                    <a:pt x="1130724" y="253121"/>
                    <a:pt x="1130724" y="565362"/>
                  </a:cubicBezTo>
                  <a:lnTo>
                    <a:pt x="1130703" y="565575"/>
                  </a:lnTo>
                  <a:lnTo>
                    <a:pt x="22" y="565575"/>
                  </a:lnTo>
                  <a:lnTo>
                    <a:pt x="0" y="565362"/>
                  </a:lnTo>
                  <a:cubicBezTo>
                    <a:pt x="0" y="253121"/>
                    <a:pt x="253121" y="0"/>
                    <a:pt x="56536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AC1ECAD8-0CF2-934D-AA1E-C108208CDE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27118" y="4920911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DB14DED1-3A58-8C4D-902E-2A9F34043F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27118" y="3549396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65D65157-5719-0341-A807-A8956595FB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27118" y="2177881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A7F23F74-B777-2A4C-8EF9-E798880D59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27118" y="80636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 70">
              <a:extLst>
                <a:ext uri="{FF2B5EF4-FFF2-40B4-BE49-F238E27FC236}">
                  <a16:creationId xmlns:a16="http://schemas.microsoft.com/office/drawing/2014/main" id="{E3B9A050-0AE1-1D4B-A2AC-6EEF64B106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27117" y="0"/>
              <a:ext cx="1130726" cy="565576"/>
            </a:xfrm>
            <a:custGeom>
              <a:avLst/>
              <a:gdLst>
                <a:gd name="connsiteX0" fmla="*/ 22 w 1130726"/>
                <a:gd name="connsiteY0" fmla="*/ 0 h 565576"/>
                <a:gd name="connsiteX1" fmla="*/ 1130704 w 1130726"/>
                <a:gd name="connsiteY1" fmla="*/ 0 h 565576"/>
                <a:gd name="connsiteX2" fmla="*/ 1130726 w 1130726"/>
                <a:gd name="connsiteY2" fmla="*/ 214 h 565576"/>
                <a:gd name="connsiteX3" fmla="*/ 565363 w 1130726"/>
                <a:gd name="connsiteY3" fmla="*/ 565576 h 565576"/>
                <a:gd name="connsiteX4" fmla="*/ 0 w 1130726"/>
                <a:gd name="connsiteY4" fmla="*/ 214 h 565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6" h="565576">
                  <a:moveTo>
                    <a:pt x="22" y="0"/>
                  </a:moveTo>
                  <a:lnTo>
                    <a:pt x="1130704" y="0"/>
                  </a:lnTo>
                  <a:lnTo>
                    <a:pt x="1130726" y="214"/>
                  </a:lnTo>
                  <a:cubicBezTo>
                    <a:pt x="1130726" y="312455"/>
                    <a:pt x="877604" y="565576"/>
                    <a:pt x="565363" y="565576"/>
                  </a:cubicBezTo>
                  <a:cubicBezTo>
                    <a:pt x="253122" y="565576"/>
                    <a:pt x="0" y="312455"/>
                    <a:pt x="0" y="21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3" name="Freeform 71">
              <a:extLst>
                <a:ext uri="{FF2B5EF4-FFF2-40B4-BE49-F238E27FC236}">
                  <a16:creationId xmlns:a16="http://schemas.microsoft.com/office/drawing/2014/main" id="{C424FE38-F803-8D47-BF56-1B18EC2B1F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89984" y="6292426"/>
              <a:ext cx="1130724" cy="565575"/>
            </a:xfrm>
            <a:custGeom>
              <a:avLst/>
              <a:gdLst>
                <a:gd name="connsiteX0" fmla="*/ 565362 w 1130724"/>
                <a:gd name="connsiteY0" fmla="*/ 0 h 565575"/>
                <a:gd name="connsiteX1" fmla="*/ 1130724 w 1130724"/>
                <a:gd name="connsiteY1" fmla="*/ 565362 h 565575"/>
                <a:gd name="connsiteX2" fmla="*/ 1130703 w 1130724"/>
                <a:gd name="connsiteY2" fmla="*/ 565575 h 565575"/>
                <a:gd name="connsiteX3" fmla="*/ 21 w 1130724"/>
                <a:gd name="connsiteY3" fmla="*/ 565575 h 565575"/>
                <a:gd name="connsiteX4" fmla="*/ 0 w 1130724"/>
                <a:gd name="connsiteY4" fmla="*/ 565362 h 565575"/>
                <a:gd name="connsiteX5" fmla="*/ 565362 w 1130724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4" h="565575">
                  <a:moveTo>
                    <a:pt x="565362" y="0"/>
                  </a:moveTo>
                  <a:cubicBezTo>
                    <a:pt x="877603" y="0"/>
                    <a:pt x="1130724" y="253121"/>
                    <a:pt x="1130724" y="565362"/>
                  </a:cubicBezTo>
                  <a:lnTo>
                    <a:pt x="1130703" y="565575"/>
                  </a:lnTo>
                  <a:lnTo>
                    <a:pt x="21" y="565575"/>
                  </a:lnTo>
                  <a:lnTo>
                    <a:pt x="0" y="565362"/>
                  </a:lnTo>
                  <a:cubicBezTo>
                    <a:pt x="0" y="253121"/>
                    <a:pt x="253121" y="0"/>
                    <a:pt x="565362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E37187F2-9212-0641-97D0-1ACD50B748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89984" y="4920911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C760C651-2AC4-564E-BEAA-AB7FAFE7F7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89984" y="354939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58B0A1B8-5BA3-3548-9511-B4904D0526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89984" y="80636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Freeform 75">
              <a:extLst>
                <a:ext uri="{FF2B5EF4-FFF2-40B4-BE49-F238E27FC236}">
                  <a16:creationId xmlns:a16="http://schemas.microsoft.com/office/drawing/2014/main" id="{424CD779-EE9A-214D-9488-767327E373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89983" y="0"/>
              <a:ext cx="1130726" cy="565576"/>
            </a:xfrm>
            <a:custGeom>
              <a:avLst/>
              <a:gdLst>
                <a:gd name="connsiteX0" fmla="*/ 21 w 1130726"/>
                <a:gd name="connsiteY0" fmla="*/ 0 h 565576"/>
                <a:gd name="connsiteX1" fmla="*/ 1130704 w 1130726"/>
                <a:gd name="connsiteY1" fmla="*/ 0 h 565576"/>
                <a:gd name="connsiteX2" fmla="*/ 1130726 w 1130726"/>
                <a:gd name="connsiteY2" fmla="*/ 214 h 565576"/>
                <a:gd name="connsiteX3" fmla="*/ 565363 w 1130726"/>
                <a:gd name="connsiteY3" fmla="*/ 565576 h 565576"/>
                <a:gd name="connsiteX4" fmla="*/ 0 w 1130726"/>
                <a:gd name="connsiteY4" fmla="*/ 214 h 565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6" h="565576">
                  <a:moveTo>
                    <a:pt x="21" y="0"/>
                  </a:moveTo>
                  <a:lnTo>
                    <a:pt x="1130704" y="0"/>
                  </a:lnTo>
                  <a:lnTo>
                    <a:pt x="1130726" y="214"/>
                  </a:lnTo>
                  <a:cubicBezTo>
                    <a:pt x="1130726" y="312455"/>
                    <a:pt x="877604" y="565576"/>
                    <a:pt x="565363" y="565576"/>
                  </a:cubicBezTo>
                  <a:cubicBezTo>
                    <a:pt x="253122" y="565576"/>
                    <a:pt x="0" y="312455"/>
                    <a:pt x="0" y="214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8" name="Freeform 76">
              <a:extLst>
                <a:ext uri="{FF2B5EF4-FFF2-40B4-BE49-F238E27FC236}">
                  <a16:creationId xmlns:a16="http://schemas.microsoft.com/office/drawing/2014/main" id="{630D08C6-9EFB-8540-875F-2A55DED2AA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2854" y="6295069"/>
              <a:ext cx="539146" cy="562931"/>
            </a:xfrm>
            <a:custGeom>
              <a:avLst/>
              <a:gdLst>
                <a:gd name="connsiteX0" fmla="*/ 539146 w 539146"/>
                <a:gd name="connsiteY0" fmla="*/ 0 h 562931"/>
                <a:gd name="connsiteX1" fmla="*/ 539146 w 539146"/>
                <a:gd name="connsiteY1" fmla="*/ 562931 h 562931"/>
                <a:gd name="connsiteX2" fmla="*/ 21 w 539146"/>
                <a:gd name="connsiteY2" fmla="*/ 562931 h 562931"/>
                <a:gd name="connsiteX3" fmla="*/ 0 w 539146"/>
                <a:gd name="connsiteY3" fmla="*/ 562719 h 562931"/>
                <a:gd name="connsiteX4" fmla="*/ 451422 w 539146"/>
                <a:gd name="connsiteY4" fmla="*/ 8843 h 5629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6" h="562931">
                  <a:moveTo>
                    <a:pt x="539146" y="0"/>
                  </a:moveTo>
                  <a:lnTo>
                    <a:pt x="539146" y="562931"/>
                  </a:lnTo>
                  <a:lnTo>
                    <a:pt x="21" y="562931"/>
                  </a:lnTo>
                  <a:lnTo>
                    <a:pt x="0" y="562719"/>
                  </a:lnTo>
                  <a:cubicBezTo>
                    <a:pt x="0" y="289508"/>
                    <a:pt x="193796" y="61561"/>
                    <a:pt x="451422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9" name="Freeform 77">
              <a:extLst>
                <a:ext uri="{FF2B5EF4-FFF2-40B4-BE49-F238E27FC236}">
                  <a16:creationId xmlns:a16="http://schemas.microsoft.com/office/drawing/2014/main" id="{D7E8DA86-1294-4641-9C52-6E15315064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2853" y="4923555"/>
              <a:ext cx="539147" cy="1125439"/>
            </a:xfrm>
            <a:custGeom>
              <a:avLst/>
              <a:gdLst>
                <a:gd name="connsiteX0" fmla="*/ 539147 w 539147"/>
                <a:gd name="connsiteY0" fmla="*/ 0 h 1125439"/>
                <a:gd name="connsiteX1" fmla="*/ 539147 w 539147"/>
                <a:gd name="connsiteY1" fmla="*/ 1125439 h 1125439"/>
                <a:gd name="connsiteX2" fmla="*/ 451423 w 539147"/>
                <a:gd name="connsiteY2" fmla="*/ 1116595 h 1125439"/>
                <a:gd name="connsiteX3" fmla="*/ 0 w 539147"/>
                <a:gd name="connsiteY3" fmla="*/ 562719 h 1125439"/>
                <a:gd name="connsiteX4" fmla="*/ 451423 w 539147"/>
                <a:gd name="connsiteY4" fmla="*/ 8843 h 1125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9">
                  <a:moveTo>
                    <a:pt x="539147" y="0"/>
                  </a:moveTo>
                  <a:lnTo>
                    <a:pt x="539147" y="1125439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0" name="Freeform 78">
              <a:extLst>
                <a:ext uri="{FF2B5EF4-FFF2-40B4-BE49-F238E27FC236}">
                  <a16:creationId xmlns:a16="http://schemas.microsoft.com/office/drawing/2014/main" id="{011063C9-2A43-3348-A018-F27FACAA77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2853" y="3552039"/>
              <a:ext cx="539147" cy="1125438"/>
            </a:xfrm>
            <a:custGeom>
              <a:avLst/>
              <a:gdLst>
                <a:gd name="connsiteX0" fmla="*/ 539147 w 539147"/>
                <a:gd name="connsiteY0" fmla="*/ 0 h 1125438"/>
                <a:gd name="connsiteX1" fmla="*/ 539147 w 539147"/>
                <a:gd name="connsiteY1" fmla="*/ 1125438 h 1125438"/>
                <a:gd name="connsiteX2" fmla="*/ 451423 w 539147"/>
                <a:gd name="connsiteY2" fmla="*/ 1116595 h 1125438"/>
                <a:gd name="connsiteX3" fmla="*/ 0 w 539147"/>
                <a:gd name="connsiteY3" fmla="*/ 562719 h 1125438"/>
                <a:gd name="connsiteX4" fmla="*/ 451423 w 539147"/>
                <a:gd name="connsiteY4" fmla="*/ 8843 h 1125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8">
                  <a:moveTo>
                    <a:pt x="539147" y="0"/>
                  </a:moveTo>
                  <a:lnTo>
                    <a:pt x="539147" y="1125438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1" name="Freeform 79">
              <a:extLst>
                <a:ext uri="{FF2B5EF4-FFF2-40B4-BE49-F238E27FC236}">
                  <a16:creationId xmlns:a16="http://schemas.microsoft.com/office/drawing/2014/main" id="{EE85C7DE-D965-244F-BD95-3A05FF4AAC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2853" y="2180524"/>
              <a:ext cx="539147" cy="1125438"/>
            </a:xfrm>
            <a:custGeom>
              <a:avLst/>
              <a:gdLst>
                <a:gd name="connsiteX0" fmla="*/ 539147 w 539147"/>
                <a:gd name="connsiteY0" fmla="*/ 0 h 1125438"/>
                <a:gd name="connsiteX1" fmla="*/ 539147 w 539147"/>
                <a:gd name="connsiteY1" fmla="*/ 1125438 h 1125438"/>
                <a:gd name="connsiteX2" fmla="*/ 451423 w 539147"/>
                <a:gd name="connsiteY2" fmla="*/ 1116595 h 1125438"/>
                <a:gd name="connsiteX3" fmla="*/ 0 w 539147"/>
                <a:gd name="connsiteY3" fmla="*/ 562719 h 1125438"/>
                <a:gd name="connsiteX4" fmla="*/ 451423 w 539147"/>
                <a:gd name="connsiteY4" fmla="*/ 8843 h 1125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8">
                  <a:moveTo>
                    <a:pt x="539147" y="0"/>
                  </a:moveTo>
                  <a:lnTo>
                    <a:pt x="539147" y="1125438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9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2" name="Freeform 80">
              <a:extLst>
                <a:ext uri="{FF2B5EF4-FFF2-40B4-BE49-F238E27FC236}">
                  <a16:creationId xmlns:a16="http://schemas.microsoft.com/office/drawing/2014/main" id="{315A1389-149A-3342-A863-637D42FDB2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2853" y="809010"/>
              <a:ext cx="539147" cy="1125439"/>
            </a:xfrm>
            <a:custGeom>
              <a:avLst/>
              <a:gdLst>
                <a:gd name="connsiteX0" fmla="*/ 539147 w 539147"/>
                <a:gd name="connsiteY0" fmla="*/ 0 h 1125439"/>
                <a:gd name="connsiteX1" fmla="*/ 539147 w 539147"/>
                <a:gd name="connsiteY1" fmla="*/ 1125439 h 1125439"/>
                <a:gd name="connsiteX2" fmla="*/ 451423 w 539147"/>
                <a:gd name="connsiteY2" fmla="*/ 1116595 h 1125439"/>
                <a:gd name="connsiteX3" fmla="*/ 0 w 539147"/>
                <a:gd name="connsiteY3" fmla="*/ 562719 h 1125439"/>
                <a:gd name="connsiteX4" fmla="*/ 451423 w 539147"/>
                <a:gd name="connsiteY4" fmla="*/ 8843 h 1125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9">
                  <a:moveTo>
                    <a:pt x="539147" y="0"/>
                  </a:moveTo>
                  <a:lnTo>
                    <a:pt x="539147" y="1125439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3" name="Freeform 81">
              <a:extLst>
                <a:ext uri="{FF2B5EF4-FFF2-40B4-BE49-F238E27FC236}">
                  <a16:creationId xmlns:a16="http://schemas.microsoft.com/office/drawing/2014/main" id="{B149CC6F-B6C6-BE46-B451-1BF7D47A89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2853" y="1"/>
              <a:ext cx="539147" cy="562933"/>
            </a:xfrm>
            <a:custGeom>
              <a:avLst/>
              <a:gdLst>
                <a:gd name="connsiteX0" fmla="*/ 22 w 539147"/>
                <a:gd name="connsiteY0" fmla="*/ 0 h 562933"/>
                <a:gd name="connsiteX1" fmla="*/ 539147 w 539147"/>
                <a:gd name="connsiteY1" fmla="*/ 0 h 562933"/>
                <a:gd name="connsiteX2" fmla="*/ 539147 w 539147"/>
                <a:gd name="connsiteY2" fmla="*/ 562933 h 562933"/>
                <a:gd name="connsiteX3" fmla="*/ 451423 w 539147"/>
                <a:gd name="connsiteY3" fmla="*/ 554090 h 562933"/>
                <a:gd name="connsiteX4" fmla="*/ 0 w 539147"/>
                <a:gd name="connsiteY4" fmla="*/ 214 h 5629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562933">
                  <a:moveTo>
                    <a:pt x="22" y="0"/>
                  </a:moveTo>
                  <a:lnTo>
                    <a:pt x="539147" y="0"/>
                  </a:lnTo>
                  <a:lnTo>
                    <a:pt x="539147" y="562933"/>
                  </a:lnTo>
                  <a:lnTo>
                    <a:pt x="451423" y="554090"/>
                  </a:lnTo>
                  <a:cubicBezTo>
                    <a:pt x="193797" y="501372"/>
                    <a:pt x="0" y="273425"/>
                    <a:pt x="0" y="214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33A3282-0389-C547-8CA6-7F3E7F27B3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65150" y="6087110"/>
            <a:ext cx="5066001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EFE82FE-7465-AE46-88DF-34D347E83B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66F2B51C-9578-EB41-A17E-FFF9D491AD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290315" y="0"/>
            <a:ext cx="1901686" cy="6858000"/>
            <a:chOff x="10290315" y="0"/>
            <a:chExt cx="1901686" cy="6858000"/>
          </a:xfrm>
        </p:grpSpPr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14E9CAEA-4CF4-D249-8127-CD2FA20187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90315" y="3549390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Freeform 85">
              <a:extLst>
                <a:ext uri="{FF2B5EF4-FFF2-40B4-BE49-F238E27FC236}">
                  <a16:creationId xmlns:a16="http://schemas.microsoft.com/office/drawing/2014/main" id="{E51EDD93-C3A3-DF47-BCFC-43B049E34E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90315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2" name="Freeform 86">
              <a:extLst>
                <a:ext uri="{FF2B5EF4-FFF2-40B4-BE49-F238E27FC236}">
                  <a16:creationId xmlns:a16="http://schemas.microsoft.com/office/drawing/2014/main" id="{D574DB0D-896A-D649-89B1-33753E1D46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6295093"/>
              <a:ext cx="538821" cy="562907"/>
            </a:xfrm>
            <a:custGeom>
              <a:avLst/>
              <a:gdLst>
                <a:gd name="connsiteX0" fmla="*/ 538821 w 538821"/>
                <a:gd name="connsiteY0" fmla="*/ 0 h 562907"/>
                <a:gd name="connsiteX1" fmla="*/ 538821 w 538821"/>
                <a:gd name="connsiteY1" fmla="*/ 562907 h 562907"/>
                <a:gd name="connsiteX2" fmla="*/ 22 w 538821"/>
                <a:gd name="connsiteY2" fmla="*/ 562907 h 562907"/>
                <a:gd name="connsiteX3" fmla="*/ 0 w 538821"/>
                <a:gd name="connsiteY3" fmla="*/ 562686 h 562907"/>
                <a:gd name="connsiteX4" fmla="*/ 451422 w 538821"/>
                <a:gd name="connsiteY4" fmla="*/ 8810 h 562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907">
                  <a:moveTo>
                    <a:pt x="538821" y="0"/>
                  </a:moveTo>
                  <a:lnTo>
                    <a:pt x="538821" y="562907"/>
                  </a:lnTo>
                  <a:lnTo>
                    <a:pt x="22" y="562907"/>
                  </a:lnTo>
                  <a:lnTo>
                    <a:pt x="0" y="562686"/>
                  </a:ln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8" name="Freeform 87">
              <a:extLst>
                <a:ext uri="{FF2B5EF4-FFF2-40B4-BE49-F238E27FC236}">
                  <a16:creationId xmlns:a16="http://schemas.microsoft.com/office/drawing/2014/main" id="{62256DD9-FEA3-4A40-80D1-B33F0FF158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3552066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4" name="Freeform 88">
              <a:extLst>
                <a:ext uri="{FF2B5EF4-FFF2-40B4-BE49-F238E27FC236}">
                  <a16:creationId xmlns:a16="http://schemas.microsoft.com/office/drawing/2014/main" id="{534E9839-EAD7-3C49-8D10-E4BFE08208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2180552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5" name="Freeform 89">
              <a:extLst>
                <a:ext uri="{FF2B5EF4-FFF2-40B4-BE49-F238E27FC236}">
                  <a16:creationId xmlns:a16="http://schemas.microsoft.com/office/drawing/2014/main" id="{DDFC3FA6-9BB5-A34E-9337-A2E9A1EED9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809039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6" name="Freeform 97">
              <a:extLst>
                <a:ext uri="{FF2B5EF4-FFF2-40B4-BE49-F238E27FC236}">
                  <a16:creationId xmlns:a16="http://schemas.microsoft.com/office/drawing/2014/main" id="{45000D9E-4AD7-5A4F-8E99-302F388C83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0"/>
              <a:ext cx="538821" cy="562898"/>
            </a:xfrm>
            <a:custGeom>
              <a:avLst/>
              <a:gdLst>
                <a:gd name="connsiteX0" fmla="*/ 21 w 538821"/>
                <a:gd name="connsiteY0" fmla="*/ 0 h 562898"/>
                <a:gd name="connsiteX1" fmla="*/ 538821 w 538821"/>
                <a:gd name="connsiteY1" fmla="*/ 0 h 562898"/>
                <a:gd name="connsiteX2" fmla="*/ 538821 w 538821"/>
                <a:gd name="connsiteY2" fmla="*/ 562898 h 562898"/>
                <a:gd name="connsiteX3" fmla="*/ 451422 w 538821"/>
                <a:gd name="connsiteY3" fmla="*/ 554087 h 562898"/>
                <a:gd name="connsiteX4" fmla="*/ 0 w 538821"/>
                <a:gd name="connsiteY4" fmla="*/ 211 h 56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898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85D7EC4-AC76-DA89-0E61-C1B3BCF0FA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26273" y="2598299"/>
            <a:ext cx="5993659" cy="129298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7200" dirty="0"/>
              <a:t>Thank You</a:t>
            </a:r>
          </a:p>
        </p:txBody>
      </p:sp>
      <p:pic>
        <p:nvPicPr>
          <p:cNvPr id="6" name="Graphic 5" descr="Smiling Face with No Fill">
            <a:extLst>
              <a:ext uri="{FF2B5EF4-FFF2-40B4-BE49-F238E27FC236}">
                <a16:creationId xmlns:a16="http://schemas.microsoft.com/office/drawing/2014/main" id="{4B53D8AB-2EEB-C7C9-566F-FC18E5F93E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4888" y="1423446"/>
            <a:ext cx="4002456" cy="4002456"/>
          </a:xfrm>
          <a:prstGeom prst="rect">
            <a:avLst/>
          </a:prstGeom>
        </p:spPr>
      </p:pic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EEA70831-9A8D-3B4D-8EA5-EE32F93E94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224243" y="6087110"/>
            <a:ext cx="6399251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41827590"/>
      </p:ext>
    </p:extLst>
  </p:cSld>
  <p:clrMapOvr>
    <a:masterClrMapping/>
  </p:clrMapOvr>
</p:sld>
</file>

<file path=ppt/theme/theme1.xml><?xml version="1.0" encoding="utf-8"?>
<a:theme xmlns:a="http://schemas.openxmlformats.org/drawingml/2006/main" name="PunchcardVTI">
  <a:themeElements>
    <a:clrScheme name="Punchcard">
      <a:dk1>
        <a:srgbClr val="000000"/>
      </a:dk1>
      <a:lt1>
        <a:srgbClr val="FFFFFF"/>
      </a:lt1>
      <a:dk2>
        <a:srgbClr val="00224B"/>
      </a:dk2>
      <a:lt2>
        <a:srgbClr val="EFF0EF"/>
      </a:lt2>
      <a:accent1>
        <a:srgbClr val="00B2F3"/>
      </a:accent1>
      <a:accent2>
        <a:srgbClr val="0471CC"/>
      </a:accent2>
      <a:accent3>
        <a:srgbClr val="14BBA9"/>
      </a:accent3>
      <a:accent4>
        <a:srgbClr val="8BB93B"/>
      </a:accent4>
      <a:accent5>
        <a:srgbClr val="EC970C"/>
      </a:accent5>
      <a:accent6>
        <a:srgbClr val="F55822"/>
      </a:accent6>
      <a:hlink>
        <a:srgbClr val="008EE6"/>
      </a:hlink>
      <a:folHlink>
        <a:srgbClr val="808C8E"/>
      </a:folHlink>
    </a:clrScheme>
    <a:fontScheme name="Punchcard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unchcardVTI" id="{C7262591-AF98-8F48-B56D-6342D2439B1A}" vid="{261D9F73-974A-B14E-9EAF-4871CCA60BB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245</Words>
  <Application>Microsoft Office PowerPoint</Application>
  <PresentationFormat>Widescreen</PresentationFormat>
  <Paragraphs>29</Paragraphs>
  <Slides>7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Arial</vt:lpstr>
      <vt:lpstr>Neue Haas Grotesk Text Pro</vt:lpstr>
      <vt:lpstr>PunchcardVTI</vt:lpstr>
      <vt:lpstr>Port Authority Bus Terminal  </vt:lpstr>
      <vt:lpstr>Available Data Sources</vt:lpstr>
      <vt:lpstr>Data Preparation</vt:lpstr>
      <vt:lpstr>Data Cleaning</vt:lpstr>
      <vt:lpstr>Data Integration</vt:lpstr>
      <vt:lpstr>Final Dataset to be ready for further Analysis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Jyoshna Narapareddy</dc:creator>
  <cp:lastModifiedBy>Jyoshna Narapareddy</cp:lastModifiedBy>
  <cp:revision>1</cp:revision>
  <dcterms:created xsi:type="dcterms:W3CDTF">2025-03-04T05:19:08Z</dcterms:created>
  <dcterms:modified xsi:type="dcterms:W3CDTF">2025-03-04T14:54:58Z</dcterms:modified>
</cp:coreProperties>
</file>